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2"/>
    <p:sldId id="281" r:id="rId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6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036" y="66"/>
      </p:cViewPr>
      <p:guideLst>
        <p:guide orient="horz" pos="2896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啟惟 黃" userId="295028675c722a23" providerId="LiveId" clId="{F4D6E95C-FD84-4E7F-A479-C8F52F89D7E6}"/>
    <pc:docChg chg="undo custSel modSld">
      <pc:chgData name="啟惟 黃" userId="295028675c722a23" providerId="LiveId" clId="{F4D6E95C-FD84-4E7F-A479-C8F52F89D7E6}" dt="2024-08-08T02:32:33.025" v="208" actId="20577"/>
      <pc:docMkLst>
        <pc:docMk/>
      </pc:docMkLst>
      <pc:sldChg chg="modSp mod">
        <pc:chgData name="啟惟 黃" userId="295028675c722a23" providerId="LiveId" clId="{F4D6E95C-FD84-4E7F-A479-C8F52F89D7E6}" dt="2024-08-08T02:32:33.025" v="208" actId="20577"/>
        <pc:sldMkLst>
          <pc:docMk/>
          <pc:sldMk cId="2919167242" sldId="280"/>
        </pc:sldMkLst>
        <pc:spChg chg="mod">
          <ac:chgData name="啟惟 黃" userId="295028675c722a23" providerId="LiveId" clId="{F4D6E95C-FD84-4E7F-A479-C8F52F89D7E6}" dt="2024-08-08T02:29:29.779" v="108" actId="20577"/>
          <ac:spMkLst>
            <pc:docMk/>
            <pc:sldMk cId="2919167242" sldId="280"/>
            <ac:spMk id="10" creationId="{7063EC52-D779-5589-4F3A-572F4413B771}"/>
          </ac:spMkLst>
        </pc:spChg>
        <pc:spChg chg="mod">
          <ac:chgData name="啟惟 黃" userId="295028675c722a23" providerId="LiveId" clId="{F4D6E95C-FD84-4E7F-A479-C8F52F89D7E6}" dt="2024-08-08T02:27:58.369" v="42" actId="20577"/>
          <ac:spMkLst>
            <pc:docMk/>
            <pc:sldMk cId="2919167242" sldId="280"/>
            <ac:spMk id="16" creationId="{7BCA47D1-CB3A-E38F-C417-FE014F891281}"/>
          </ac:spMkLst>
        </pc:spChg>
        <pc:spChg chg="mod">
          <ac:chgData name="啟惟 黃" userId="295028675c722a23" providerId="LiveId" clId="{F4D6E95C-FD84-4E7F-A479-C8F52F89D7E6}" dt="2024-08-08T02:30:22.200" v="141" actId="20577"/>
          <ac:spMkLst>
            <pc:docMk/>
            <pc:sldMk cId="2919167242" sldId="280"/>
            <ac:spMk id="21" creationId="{76AC4394-703D-789F-EE9A-15F3A54056EC}"/>
          </ac:spMkLst>
        </pc:spChg>
        <pc:spChg chg="mod">
          <ac:chgData name="啟惟 黃" userId="295028675c722a23" providerId="LiveId" clId="{F4D6E95C-FD84-4E7F-A479-C8F52F89D7E6}" dt="2024-08-08T02:27:37.857" v="32" actId="20577"/>
          <ac:spMkLst>
            <pc:docMk/>
            <pc:sldMk cId="2919167242" sldId="280"/>
            <ac:spMk id="23" creationId="{6EF7519E-D3EB-092D-4055-039550E6C164}"/>
          </ac:spMkLst>
        </pc:spChg>
        <pc:spChg chg="mod">
          <ac:chgData name="啟惟 黃" userId="295028675c722a23" providerId="LiveId" clId="{F4D6E95C-FD84-4E7F-A479-C8F52F89D7E6}" dt="2024-08-08T02:32:33.025" v="208" actId="20577"/>
          <ac:spMkLst>
            <pc:docMk/>
            <pc:sldMk cId="2919167242" sldId="280"/>
            <ac:spMk id="33" creationId="{75A464D4-C389-0E19-0866-A888F8AA4EA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C95E88-7F86-4324-BD08-701CBDB36355}" type="doc">
      <dgm:prSet loTypeId="urn:microsoft.com/office/officeart/2005/8/layout/process2" loCatId="process" qsTypeId="urn:microsoft.com/office/officeart/2005/8/quickstyle/3d7" qsCatId="3D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9068B0A9-91DC-4D75-8E52-E5AFC4B44637}">
      <dgm:prSet phldrT="[文字]"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zh-TW" altLang="zh-TW" sz="2800" b="1" dirty="0"/>
            <a:t>估算和報價</a:t>
          </a:r>
          <a:br>
            <a:rPr lang="en-US" altLang="zh-TW" sz="1800" dirty="0"/>
          </a:br>
          <a:r>
            <a:rPr lang="zh-TW" altLang="zh-TW" sz="1800" dirty="0"/>
            <a:t>我們積極了解您的產品需求並審查官方圖紙以確認要求。我們的技術人員分析每個加工步驟和協調，為您提供滿意的價格。</a:t>
          </a:r>
          <a:endParaRPr lang="zh-TW" altLang="en-US" sz="1800" dirty="0"/>
        </a:p>
      </dgm:t>
    </dgm:pt>
    <dgm:pt modelId="{FA2AFE7E-A720-4BA9-9E32-9F5A1727674D}" type="parTrans" cxnId="{9E8BD06F-25A6-4D80-A012-5A2448CE3999}">
      <dgm:prSet/>
      <dgm:spPr/>
      <dgm:t>
        <a:bodyPr/>
        <a:lstStyle/>
        <a:p>
          <a:endParaRPr lang="zh-TW" altLang="en-US"/>
        </a:p>
      </dgm:t>
    </dgm:pt>
    <dgm:pt modelId="{925EA98B-B977-4C83-A8F4-D05190A0D4B5}" type="sibTrans" cxnId="{9E8BD06F-25A6-4D80-A012-5A2448CE3999}">
      <dgm:prSet/>
      <dgm:spPr/>
      <dgm:t>
        <a:bodyPr/>
        <a:lstStyle/>
        <a:p>
          <a:endParaRPr lang="zh-TW" altLang="en-US"/>
        </a:p>
      </dgm:t>
    </dgm:pt>
    <dgm:pt modelId="{830B4E9E-54DD-451E-B8A6-B58AE3428E68}">
      <dgm:prSet phldrT="[文字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zh-TW" altLang="zh-TW" sz="2800" b="1" dirty="0"/>
            <a:t>樣品製作</a:t>
          </a:r>
          <a:br>
            <a:rPr lang="en-US" altLang="zh-TW" sz="1800" dirty="0"/>
          </a:br>
          <a:r>
            <a:rPr lang="zh-TW" altLang="zh-TW" sz="1800" dirty="0"/>
            <a:t>從模具開發到射出成型以及各種加工，我們精心打造您的產品，並根據您的要求提供適當的表面處理。我們將樣品發送給您並討論任何改進，直到您滿意為止。</a:t>
          </a:r>
          <a:endParaRPr lang="zh-TW" altLang="en-US" sz="1800" dirty="0"/>
        </a:p>
      </dgm:t>
    </dgm:pt>
    <dgm:pt modelId="{10528D9D-A18C-405F-9C5E-09D721E25A33}" type="parTrans" cxnId="{F4BC3D00-15DD-488B-9C58-155CAEC0C7B3}">
      <dgm:prSet/>
      <dgm:spPr/>
      <dgm:t>
        <a:bodyPr/>
        <a:lstStyle/>
        <a:p>
          <a:endParaRPr lang="zh-TW" altLang="en-US"/>
        </a:p>
      </dgm:t>
    </dgm:pt>
    <dgm:pt modelId="{395B3EA2-175E-4733-B864-DD7FFB59D944}" type="sibTrans" cxnId="{F4BC3D00-15DD-488B-9C58-155CAEC0C7B3}">
      <dgm:prSet/>
      <dgm:spPr/>
      <dgm:t>
        <a:bodyPr/>
        <a:lstStyle/>
        <a:p>
          <a:endParaRPr lang="zh-TW" altLang="en-US"/>
        </a:p>
      </dgm:t>
    </dgm:pt>
    <dgm:pt modelId="{D5419D8A-543A-4211-8367-E663C974F433}">
      <dgm:prSet phldrT="[文字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zh-TW" altLang="zh-TW" sz="2800" b="1" dirty="0"/>
            <a:t>批量生產</a:t>
          </a:r>
          <a:br>
            <a:rPr lang="en-US" altLang="zh-TW" sz="1900" dirty="0"/>
          </a:br>
          <a:r>
            <a:rPr lang="zh-TW" altLang="zh-TW" sz="1900" dirty="0"/>
            <a:t>樣品批准後，我們開始批量生產。我們遵循全面的品質控制工程表來確保產品質量，不斷規劃、執行、檢查和行動，為您提供最好的服務。</a:t>
          </a:r>
          <a:endParaRPr lang="zh-TW" altLang="en-US" sz="1900" dirty="0"/>
        </a:p>
      </dgm:t>
    </dgm:pt>
    <dgm:pt modelId="{9011830B-8CAC-483D-BFAD-58CE6680DF0D}" type="parTrans" cxnId="{323EBA06-F561-4353-9A98-8E51333411F4}">
      <dgm:prSet/>
      <dgm:spPr/>
      <dgm:t>
        <a:bodyPr/>
        <a:lstStyle/>
        <a:p>
          <a:endParaRPr lang="zh-TW" altLang="en-US"/>
        </a:p>
      </dgm:t>
    </dgm:pt>
    <dgm:pt modelId="{C6951865-BB69-4455-BE4C-6128414AF110}" type="sibTrans" cxnId="{323EBA06-F561-4353-9A98-8E51333411F4}">
      <dgm:prSet/>
      <dgm:spPr/>
      <dgm:t>
        <a:bodyPr/>
        <a:lstStyle/>
        <a:p>
          <a:endParaRPr lang="zh-TW" altLang="en-US"/>
        </a:p>
      </dgm:t>
    </dgm:pt>
    <dgm:pt modelId="{3FE74F00-5E4C-4D0D-978F-23C1EF46A711}" type="pres">
      <dgm:prSet presAssocID="{26C95E88-7F86-4324-BD08-701CBDB36355}" presName="linearFlow" presStyleCnt="0">
        <dgm:presLayoutVars>
          <dgm:resizeHandles val="exact"/>
        </dgm:presLayoutVars>
      </dgm:prSet>
      <dgm:spPr/>
    </dgm:pt>
    <dgm:pt modelId="{A350E948-4491-4D33-AB00-38BC68029661}" type="pres">
      <dgm:prSet presAssocID="{9068B0A9-91DC-4D75-8E52-E5AFC4B44637}" presName="node" presStyleLbl="node1" presStyleIdx="0" presStyleCnt="3">
        <dgm:presLayoutVars>
          <dgm:bulletEnabled val="1"/>
        </dgm:presLayoutVars>
      </dgm:prSet>
      <dgm:spPr/>
    </dgm:pt>
    <dgm:pt modelId="{03B5A7FF-8CD4-491C-99BC-A8FCCE72A8EC}" type="pres">
      <dgm:prSet presAssocID="{925EA98B-B977-4C83-A8F4-D05190A0D4B5}" presName="sibTrans" presStyleLbl="sibTrans2D1" presStyleIdx="0" presStyleCnt="2"/>
      <dgm:spPr/>
    </dgm:pt>
    <dgm:pt modelId="{B4686DD8-6BDE-4FA2-9741-7FE63890A9D7}" type="pres">
      <dgm:prSet presAssocID="{925EA98B-B977-4C83-A8F4-D05190A0D4B5}" presName="connectorText" presStyleLbl="sibTrans2D1" presStyleIdx="0" presStyleCnt="2"/>
      <dgm:spPr/>
    </dgm:pt>
    <dgm:pt modelId="{3D421E0C-A733-4C2A-B06D-17D849A2ADE6}" type="pres">
      <dgm:prSet presAssocID="{830B4E9E-54DD-451E-B8A6-B58AE3428E68}" presName="node" presStyleLbl="node1" presStyleIdx="1" presStyleCnt="3">
        <dgm:presLayoutVars>
          <dgm:bulletEnabled val="1"/>
        </dgm:presLayoutVars>
      </dgm:prSet>
      <dgm:spPr/>
    </dgm:pt>
    <dgm:pt modelId="{410652E2-C501-4432-94D9-2706185EA51F}" type="pres">
      <dgm:prSet presAssocID="{395B3EA2-175E-4733-B864-DD7FFB59D944}" presName="sibTrans" presStyleLbl="sibTrans2D1" presStyleIdx="1" presStyleCnt="2"/>
      <dgm:spPr/>
    </dgm:pt>
    <dgm:pt modelId="{9B7D968A-BA2C-4B0F-AEB3-94E781F4E1C2}" type="pres">
      <dgm:prSet presAssocID="{395B3EA2-175E-4733-B864-DD7FFB59D944}" presName="connectorText" presStyleLbl="sibTrans2D1" presStyleIdx="1" presStyleCnt="2"/>
      <dgm:spPr/>
    </dgm:pt>
    <dgm:pt modelId="{009F9195-6F03-4AC5-A21D-C6C507FDF7E2}" type="pres">
      <dgm:prSet presAssocID="{D5419D8A-543A-4211-8367-E663C974F433}" presName="node" presStyleLbl="node1" presStyleIdx="2" presStyleCnt="3">
        <dgm:presLayoutVars>
          <dgm:bulletEnabled val="1"/>
        </dgm:presLayoutVars>
      </dgm:prSet>
      <dgm:spPr/>
    </dgm:pt>
  </dgm:ptLst>
  <dgm:cxnLst>
    <dgm:cxn modelId="{F4BC3D00-15DD-488B-9C58-155CAEC0C7B3}" srcId="{26C95E88-7F86-4324-BD08-701CBDB36355}" destId="{830B4E9E-54DD-451E-B8A6-B58AE3428E68}" srcOrd="1" destOrd="0" parTransId="{10528D9D-A18C-405F-9C5E-09D721E25A33}" sibTransId="{395B3EA2-175E-4733-B864-DD7FFB59D944}"/>
    <dgm:cxn modelId="{323EBA06-F561-4353-9A98-8E51333411F4}" srcId="{26C95E88-7F86-4324-BD08-701CBDB36355}" destId="{D5419D8A-543A-4211-8367-E663C974F433}" srcOrd="2" destOrd="0" parTransId="{9011830B-8CAC-483D-BFAD-58CE6680DF0D}" sibTransId="{C6951865-BB69-4455-BE4C-6128414AF110}"/>
    <dgm:cxn modelId="{33A71616-7013-4074-98CE-AD93E92B0150}" type="presOf" srcId="{D5419D8A-543A-4211-8367-E663C974F433}" destId="{009F9195-6F03-4AC5-A21D-C6C507FDF7E2}" srcOrd="0" destOrd="0" presId="urn:microsoft.com/office/officeart/2005/8/layout/process2"/>
    <dgm:cxn modelId="{D186C348-F67B-476F-AE93-24D08372E325}" type="presOf" srcId="{395B3EA2-175E-4733-B864-DD7FFB59D944}" destId="{410652E2-C501-4432-94D9-2706185EA51F}" srcOrd="0" destOrd="0" presId="urn:microsoft.com/office/officeart/2005/8/layout/process2"/>
    <dgm:cxn modelId="{9E8BD06F-25A6-4D80-A012-5A2448CE3999}" srcId="{26C95E88-7F86-4324-BD08-701CBDB36355}" destId="{9068B0A9-91DC-4D75-8E52-E5AFC4B44637}" srcOrd="0" destOrd="0" parTransId="{FA2AFE7E-A720-4BA9-9E32-9F5A1727674D}" sibTransId="{925EA98B-B977-4C83-A8F4-D05190A0D4B5}"/>
    <dgm:cxn modelId="{DA4C1F77-80FA-406A-898A-0986561D7FA2}" type="presOf" srcId="{26C95E88-7F86-4324-BD08-701CBDB36355}" destId="{3FE74F00-5E4C-4D0D-978F-23C1EF46A711}" srcOrd="0" destOrd="0" presId="urn:microsoft.com/office/officeart/2005/8/layout/process2"/>
    <dgm:cxn modelId="{B90F5979-EAE8-4272-924A-0EA8A209A344}" type="presOf" srcId="{830B4E9E-54DD-451E-B8A6-B58AE3428E68}" destId="{3D421E0C-A733-4C2A-B06D-17D849A2ADE6}" srcOrd="0" destOrd="0" presId="urn:microsoft.com/office/officeart/2005/8/layout/process2"/>
    <dgm:cxn modelId="{6DFF53D0-D1CD-450E-89EF-4251BA440547}" type="presOf" srcId="{925EA98B-B977-4C83-A8F4-D05190A0D4B5}" destId="{03B5A7FF-8CD4-491C-99BC-A8FCCE72A8EC}" srcOrd="0" destOrd="0" presId="urn:microsoft.com/office/officeart/2005/8/layout/process2"/>
    <dgm:cxn modelId="{CBBDA9D2-24EB-4366-A558-0DD7D5C8C42F}" type="presOf" srcId="{395B3EA2-175E-4733-B864-DD7FFB59D944}" destId="{9B7D968A-BA2C-4B0F-AEB3-94E781F4E1C2}" srcOrd="1" destOrd="0" presId="urn:microsoft.com/office/officeart/2005/8/layout/process2"/>
    <dgm:cxn modelId="{900803DE-74E2-41D6-824B-5F9CEE743693}" type="presOf" srcId="{925EA98B-B977-4C83-A8F4-D05190A0D4B5}" destId="{B4686DD8-6BDE-4FA2-9741-7FE63890A9D7}" srcOrd="1" destOrd="0" presId="urn:microsoft.com/office/officeart/2005/8/layout/process2"/>
    <dgm:cxn modelId="{D8C103E1-6E7D-464A-9738-A51177F90025}" type="presOf" srcId="{9068B0A9-91DC-4D75-8E52-E5AFC4B44637}" destId="{A350E948-4491-4D33-AB00-38BC68029661}" srcOrd="0" destOrd="0" presId="urn:microsoft.com/office/officeart/2005/8/layout/process2"/>
    <dgm:cxn modelId="{BF490554-A11C-4BAD-9409-606CBCFE10FD}" type="presParOf" srcId="{3FE74F00-5E4C-4D0D-978F-23C1EF46A711}" destId="{A350E948-4491-4D33-AB00-38BC68029661}" srcOrd="0" destOrd="0" presId="urn:microsoft.com/office/officeart/2005/8/layout/process2"/>
    <dgm:cxn modelId="{319A929A-BA9F-410A-9E4F-A6F65425F5C4}" type="presParOf" srcId="{3FE74F00-5E4C-4D0D-978F-23C1EF46A711}" destId="{03B5A7FF-8CD4-491C-99BC-A8FCCE72A8EC}" srcOrd="1" destOrd="0" presId="urn:microsoft.com/office/officeart/2005/8/layout/process2"/>
    <dgm:cxn modelId="{22F7B04D-36E6-4A51-8A60-37C2D75B0833}" type="presParOf" srcId="{03B5A7FF-8CD4-491C-99BC-A8FCCE72A8EC}" destId="{B4686DD8-6BDE-4FA2-9741-7FE63890A9D7}" srcOrd="0" destOrd="0" presId="urn:microsoft.com/office/officeart/2005/8/layout/process2"/>
    <dgm:cxn modelId="{ADA903DB-1AB8-48CB-8D64-77CD51A80720}" type="presParOf" srcId="{3FE74F00-5E4C-4D0D-978F-23C1EF46A711}" destId="{3D421E0C-A733-4C2A-B06D-17D849A2ADE6}" srcOrd="2" destOrd="0" presId="urn:microsoft.com/office/officeart/2005/8/layout/process2"/>
    <dgm:cxn modelId="{DD29576E-9EFA-49AB-8F26-356AAE77F735}" type="presParOf" srcId="{3FE74F00-5E4C-4D0D-978F-23C1EF46A711}" destId="{410652E2-C501-4432-94D9-2706185EA51F}" srcOrd="3" destOrd="0" presId="urn:microsoft.com/office/officeart/2005/8/layout/process2"/>
    <dgm:cxn modelId="{7BE88D94-9BDD-4C53-9CDA-D0028DE0C0D7}" type="presParOf" srcId="{410652E2-C501-4432-94D9-2706185EA51F}" destId="{9B7D968A-BA2C-4B0F-AEB3-94E781F4E1C2}" srcOrd="0" destOrd="0" presId="urn:microsoft.com/office/officeart/2005/8/layout/process2"/>
    <dgm:cxn modelId="{2B084ACF-72FF-472F-920C-EF82B3B479AD}" type="presParOf" srcId="{3FE74F00-5E4C-4D0D-978F-23C1EF46A711}" destId="{009F9195-6F03-4AC5-A21D-C6C507FDF7E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0E948-4491-4D33-AB00-38BC68029661}">
      <dsp:nvSpPr>
        <dsp:cNvPr id="0" name=""/>
        <dsp:cNvSpPr/>
      </dsp:nvSpPr>
      <dsp:spPr>
        <a:xfrm>
          <a:off x="846087" y="0"/>
          <a:ext cx="4514243" cy="193332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zh-TW" sz="2800" b="1" kern="1200" dirty="0"/>
            <a:t>估算和報價</a:t>
          </a:r>
          <a:br>
            <a:rPr lang="en-US" altLang="zh-TW" sz="1800" kern="1200" dirty="0"/>
          </a:br>
          <a:r>
            <a:rPr lang="zh-TW" altLang="zh-TW" sz="1800" kern="1200" dirty="0"/>
            <a:t>我們積極了解您的產品需求並審查官方圖紙以確認要求。我們的技術人員分析每個加工步驟和協調，為您提供滿意的價格。</a:t>
          </a:r>
          <a:endParaRPr lang="zh-TW" altLang="en-US" sz="1800" kern="1200" dirty="0"/>
        </a:p>
      </dsp:txBody>
      <dsp:txXfrm>
        <a:off x="902712" y="56625"/>
        <a:ext cx="4400993" cy="1820076"/>
      </dsp:txXfrm>
    </dsp:sp>
    <dsp:sp modelId="{03B5A7FF-8CD4-491C-99BC-A8FCCE72A8EC}">
      <dsp:nvSpPr>
        <dsp:cNvPr id="0" name=""/>
        <dsp:cNvSpPr/>
      </dsp:nvSpPr>
      <dsp:spPr>
        <a:xfrm rot="5400000">
          <a:off x="2740710" y="1981660"/>
          <a:ext cx="724997" cy="86999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600" kern="1200"/>
        </a:p>
      </dsp:txBody>
      <dsp:txXfrm rot="-5400000">
        <a:off x="2842210" y="2054160"/>
        <a:ext cx="521999" cy="507498"/>
      </dsp:txXfrm>
    </dsp:sp>
    <dsp:sp modelId="{3D421E0C-A733-4C2A-B06D-17D849A2ADE6}">
      <dsp:nvSpPr>
        <dsp:cNvPr id="0" name=""/>
        <dsp:cNvSpPr/>
      </dsp:nvSpPr>
      <dsp:spPr>
        <a:xfrm>
          <a:off x="846087" y="2899990"/>
          <a:ext cx="4514243" cy="193332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zh-TW" sz="2800" b="1" kern="1200" dirty="0"/>
            <a:t>樣品製作</a:t>
          </a:r>
          <a:br>
            <a:rPr lang="en-US" altLang="zh-TW" sz="1800" kern="1200" dirty="0"/>
          </a:br>
          <a:r>
            <a:rPr lang="zh-TW" altLang="zh-TW" sz="1800" kern="1200" dirty="0"/>
            <a:t>從模具開發到射出成型以及各種加工，我們精心打造您的產品，並根據您的要求提供適當的表面處理。我們將樣品發送給您並討論任何改進，直到您滿意為止。</a:t>
          </a:r>
          <a:endParaRPr lang="zh-TW" altLang="en-US" sz="1800" kern="1200" dirty="0"/>
        </a:p>
      </dsp:txBody>
      <dsp:txXfrm>
        <a:off x="902712" y="2956615"/>
        <a:ext cx="4400993" cy="1820076"/>
      </dsp:txXfrm>
    </dsp:sp>
    <dsp:sp modelId="{410652E2-C501-4432-94D9-2706185EA51F}">
      <dsp:nvSpPr>
        <dsp:cNvPr id="0" name=""/>
        <dsp:cNvSpPr/>
      </dsp:nvSpPr>
      <dsp:spPr>
        <a:xfrm rot="5400000">
          <a:off x="2740710" y="4881650"/>
          <a:ext cx="724997" cy="86999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600" kern="1200"/>
        </a:p>
      </dsp:txBody>
      <dsp:txXfrm rot="-5400000">
        <a:off x="2842210" y="4954150"/>
        <a:ext cx="521999" cy="507498"/>
      </dsp:txXfrm>
    </dsp:sp>
    <dsp:sp modelId="{009F9195-6F03-4AC5-A21D-C6C507FDF7E2}">
      <dsp:nvSpPr>
        <dsp:cNvPr id="0" name=""/>
        <dsp:cNvSpPr/>
      </dsp:nvSpPr>
      <dsp:spPr>
        <a:xfrm>
          <a:off x="846087" y="5799981"/>
          <a:ext cx="4514243" cy="1933326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zh-TW" sz="2800" b="1" kern="1200" dirty="0"/>
            <a:t>批量生產</a:t>
          </a:r>
          <a:br>
            <a:rPr lang="en-US" altLang="zh-TW" sz="1900" kern="1200" dirty="0"/>
          </a:br>
          <a:r>
            <a:rPr lang="zh-TW" altLang="zh-TW" sz="1900" kern="1200" dirty="0"/>
            <a:t>樣品批准後，我們開始批量生產。我們遵循全面的品質控制工程表來確保產品質量，不斷規劃、執行、檢查和行動，為您提供最好的服務。</a:t>
          </a:r>
          <a:endParaRPr lang="zh-TW" altLang="en-US" sz="1900" kern="1200" dirty="0"/>
        </a:p>
      </dsp:txBody>
      <dsp:txXfrm>
        <a:off x="902712" y="5856606"/>
        <a:ext cx="4400993" cy="1820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20A15-CFE6-44E0-AA06-022CBE6AF3AB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61D30-B6C8-4FD5-AAB3-D60FE943A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80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61D30-B6C8-4FD5-AAB3-D60FE943A7F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912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115" y="604257"/>
            <a:ext cx="673735" cy="344170"/>
          </a:xfrm>
          <a:custGeom>
            <a:avLst/>
            <a:gdLst/>
            <a:ahLst/>
            <a:cxnLst/>
            <a:rect l="l" t="t" r="r" b="b"/>
            <a:pathLst>
              <a:path w="673735" h="344169">
                <a:moveTo>
                  <a:pt x="322874" y="38514"/>
                </a:moveTo>
                <a:lnTo>
                  <a:pt x="162370" y="38514"/>
                </a:lnTo>
                <a:lnTo>
                  <a:pt x="160408" y="37398"/>
                </a:lnTo>
                <a:lnTo>
                  <a:pt x="156529" y="32957"/>
                </a:lnTo>
                <a:lnTo>
                  <a:pt x="150691" y="25653"/>
                </a:lnTo>
                <a:lnTo>
                  <a:pt x="142856" y="15947"/>
                </a:lnTo>
                <a:lnTo>
                  <a:pt x="174330" y="0"/>
                </a:lnTo>
                <a:lnTo>
                  <a:pt x="183545" y="10939"/>
                </a:lnTo>
                <a:lnTo>
                  <a:pt x="191678" y="21108"/>
                </a:lnTo>
                <a:lnTo>
                  <a:pt x="198286" y="29927"/>
                </a:lnTo>
                <a:lnTo>
                  <a:pt x="202923" y="36813"/>
                </a:lnTo>
                <a:lnTo>
                  <a:pt x="322874" y="36813"/>
                </a:lnTo>
                <a:lnTo>
                  <a:pt x="322874" y="38514"/>
                </a:lnTo>
                <a:close/>
              </a:path>
              <a:path w="673735" h="344169">
                <a:moveTo>
                  <a:pt x="37499" y="72447"/>
                </a:moveTo>
                <a:lnTo>
                  <a:pt x="37499" y="36813"/>
                </a:lnTo>
                <a:lnTo>
                  <a:pt x="162370" y="38514"/>
                </a:lnTo>
                <a:lnTo>
                  <a:pt x="322874" y="38514"/>
                </a:lnTo>
                <a:lnTo>
                  <a:pt x="322874" y="65233"/>
                </a:lnTo>
                <a:lnTo>
                  <a:pt x="107908" y="65233"/>
                </a:lnTo>
                <a:lnTo>
                  <a:pt x="129861" y="66410"/>
                </a:lnTo>
                <a:lnTo>
                  <a:pt x="152012" y="69942"/>
                </a:lnTo>
                <a:lnTo>
                  <a:pt x="161971" y="72274"/>
                </a:lnTo>
                <a:lnTo>
                  <a:pt x="80503" y="72274"/>
                </a:lnTo>
                <a:lnTo>
                  <a:pt x="37499" y="72447"/>
                </a:lnTo>
                <a:close/>
              </a:path>
              <a:path w="673735" h="344169">
                <a:moveTo>
                  <a:pt x="231004" y="69576"/>
                </a:moveTo>
                <a:lnTo>
                  <a:pt x="107908" y="65233"/>
                </a:lnTo>
                <a:lnTo>
                  <a:pt x="322874" y="65233"/>
                </a:lnTo>
                <a:lnTo>
                  <a:pt x="322874" y="69430"/>
                </a:lnTo>
                <a:lnTo>
                  <a:pt x="231547" y="69430"/>
                </a:lnTo>
                <a:lnTo>
                  <a:pt x="231004" y="69576"/>
                </a:lnTo>
                <a:close/>
              </a:path>
              <a:path w="673735" h="344169">
                <a:moveTo>
                  <a:pt x="235412" y="69732"/>
                </a:moveTo>
                <a:lnTo>
                  <a:pt x="231004" y="69576"/>
                </a:lnTo>
                <a:lnTo>
                  <a:pt x="231547" y="69430"/>
                </a:lnTo>
                <a:lnTo>
                  <a:pt x="235412" y="69732"/>
                </a:lnTo>
                <a:close/>
              </a:path>
              <a:path w="673735" h="344169">
                <a:moveTo>
                  <a:pt x="322874" y="72447"/>
                </a:moveTo>
                <a:lnTo>
                  <a:pt x="278846" y="69732"/>
                </a:lnTo>
                <a:lnTo>
                  <a:pt x="235412" y="69732"/>
                </a:lnTo>
                <a:lnTo>
                  <a:pt x="231547" y="69430"/>
                </a:lnTo>
                <a:lnTo>
                  <a:pt x="322874" y="69430"/>
                </a:lnTo>
                <a:lnTo>
                  <a:pt x="322874" y="72447"/>
                </a:lnTo>
                <a:close/>
              </a:path>
              <a:path w="673735" h="344169">
                <a:moveTo>
                  <a:pt x="277540" y="81015"/>
                </a:moveTo>
                <a:lnTo>
                  <a:pt x="195032" y="81015"/>
                </a:lnTo>
                <a:lnTo>
                  <a:pt x="222378" y="71903"/>
                </a:lnTo>
                <a:lnTo>
                  <a:pt x="231004" y="69576"/>
                </a:lnTo>
                <a:lnTo>
                  <a:pt x="235412" y="69732"/>
                </a:lnTo>
                <a:lnTo>
                  <a:pt x="278846" y="69732"/>
                </a:lnTo>
                <a:lnTo>
                  <a:pt x="290980" y="73974"/>
                </a:lnTo>
                <a:lnTo>
                  <a:pt x="277540" y="81015"/>
                </a:lnTo>
                <a:close/>
              </a:path>
              <a:path w="673735" h="344169">
                <a:moveTo>
                  <a:pt x="129016" y="129319"/>
                </a:moveTo>
                <a:lnTo>
                  <a:pt x="78150" y="129319"/>
                </a:lnTo>
                <a:lnTo>
                  <a:pt x="80933" y="128436"/>
                </a:lnTo>
                <a:lnTo>
                  <a:pt x="75271" y="127893"/>
                </a:lnTo>
                <a:lnTo>
                  <a:pt x="73944" y="127236"/>
                </a:lnTo>
                <a:lnTo>
                  <a:pt x="67654" y="122146"/>
                </a:lnTo>
                <a:lnTo>
                  <a:pt x="58622" y="114007"/>
                </a:lnTo>
                <a:lnTo>
                  <a:pt x="87628" y="108399"/>
                </a:lnTo>
                <a:lnTo>
                  <a:pt x="111313" y="103553"/>
                </a:lnTo>
                <a:lnTo>
                  <a:pt x="128207" y="99883"/>
                </a:lnTo>
                <a:lnTo>
                  <a:pt x="136839" y="97804"/>
                </a:lnTo>
                <a:lnTo>
                  <a:pt x="130897" y="96254"/>
                </a:lnTo>
                <a:lnTo>
                  <a:pt x="116804" y="92761"/>
                </a:lnTo>
                <a:lnTo>
                  <a:pt x="68973" y="81601"/>
                </a:lnTo>
                <a:lnTo>
                  <a:pt x="80503" y="72274"/>
                </a:lnTo>
                <a:lnTo>
                  <a:pt x="161971" y="72274"/>
                </a:lnTo>
                <a:lnTo>
                  <a:pt x="173891" y="75065"/>
                </a:lnTo>
                <a:lnTo>
                  <a:pt x="195032" y="81015"/>
                </a:lnTo>
                <a:lnTo>
                  <a:pt x="277540" y="81015"/>
                </a:lnTo>
                <a:lnTo>
                  <a:pt x="272619" y="83593"/>
                </a:lnTo>
                <a:lnTo>
                  <a:pt x="258260" y="90675"/>
                </a:lnTo>
                <a:lnTo>
                  <a:pt x="248849" y="95005"/>
                </a:lnTo>
                <a:lnTo>
                  <a:pt x="245333" y="96368"/>
                </a:lnTo>
                <a:lnTo>
                  <a:pt x="252645" y="98469"/>
                </a:lnTo>
                <a:lnTo>
                  <a:pt x="265579" y="102623"/>
                </a:lnTo>
                <a:lnTo>
                  <a:pt x="282856" y="108463"/>
                </a:lnTo>
                <a:lnTo>
                  <a:pt x="299093" y="114181"/>
                </a:lnTo>
                <a:lnTo>
                  <a:pt x="193843" y="114181"/>
                </a:lnTo>
                <a:lnTo>
                  <a:pt x="171131" y="120925"/>
                </a:lnTo>
                <a:lnTo>
                  <a:pt x="147527" y="126469"/>
                </a:lnTo>
                <a:lnTo>
                  <a:pt x="129016" y="129319"/>
                </a:lnTo>
                <a:close/>
              </a:path>
              <a:path w="673735" h="344169">
                <a:moveTo>
                  <a:pt x="240128" y="127486"/>
                </a:moveTo>
                <a:lnTo>
                  <a:pt x="229198" y="124891"/>
                </a:lnTo>
                <a:lnTo>
                  <a:pt x="212754" y="120029"/>
                </a:lnTo>
                <a:lnTo>
                  <a:pt x="193843" y="114181"/>
                </a:lnTo>
                <a:lnTo>
                  <a:pt x="299093" y="114181"/>
                </a:lnTo>
                <a:lnTo>
                  <a:pt x="303196" y="115625"/>
                </a:lnTo>
                <a:lnTo>
                  <a:pt x="294116" y="124102"/>
                </a:lnTo>
                <a:lnTo>
                  <a:pt x="333307" y="124102"/>
                </a:lnTo>
                <a:lnTo>
                  <a:pt x="333307" y="127330"/>
                </a:lnTo>
                <a:lnTo>
                  <a:pt x="245845" y="127330"/>
                </a:lnTo>
                <a:lnTo>
                  <a:pt x="240128" y="127486"/>
                </a:lnTo>
                <a:close/>
              </a:path>
              <a:path w="673735" h="344169">
                <a:moveTo>
                  <a:pt x="30540" y="344079"/>
                </a:moveTo>
                <a:lnTo>
                  <a:pt x="23836" y="336334"/>
                </a:lnTo>
                <a:lnTo>
                  <a:pt x="16734" y="329601"/>
                </a:lnTo>
                <a:lnTo>
                  <a:pt x="8900" y="323617"/>
                </a:lnTo>
                <a:lnTo>
                  <a:pt x="0" y="318119"/>
                </a:lnTo>
                <a:lnTo>
                  <a:pt x="19252" y="289462"/>
                </a:lnTo>
                <a:lnTo>
                  <a:pt x="30010" y="260145"/>
                </a:lnTo>
                <a:lnTo>
                  <a:pt x="34692" y="231355"/>
                </a:lnTo>
                <a:lnTo>
                  <a:pt x="35703" y="204615"/>
                </a:lnTo>
                <a:lnTo>
                  <a:pt x="35716" y="124102"/>
                </a:lnTo>
                <a:lnTo>
                  <a:pt x="75271" y="127893"/>
                </a:lnTo>
                <a:lnTo>
                  <a:pt x="78150" y="129319"/>
                </a:lnTo>
                <a:lnTo>
                  <a:pt x="129016" y="129319"/>
                </a:lnTo>
                <a:lnTo>
                  <a:pt x="123604" y="130152"/>
                </a:lnTo>
                <a:lnTo>
                  <a:pt x="99934" y="131316"/>
                </a:lnTo>
                <a:lnTo>
                  <a:pt x="333307" y="131316"/>
                </a:lnTo>
                <a:lnTo>
                  <a:pt x="333307" y="149979"/>
                </a:lnTo>
                <a:lnTo>
                  <a:pt x="110029" y="149979"/>
                </a:lnTo>
                <a:lnTo>
                  <a:pt x="105819" y="160074"/>
                </a:lnTo>
                <a:lnTo>
                  <a:pt x="75163" y="160074"/>
                </a:lnTo>
                <a:lnTo>
                  <a:pt x="75163" y="204615"/>
                </a:lnTo>
                <a:lnTo>
                  <a:pt x="74719" y="213693"/>
                </a:lnTo>
                <a:lnTo>
                  <a:pt x="58283" y="231160"/>
                </a:lnTo>
                <a:lnTo>
                  <a:pt x="64543" y="238335"/>
                </a:lnTo>
                <a:lnTo>
                  <a:pt x="70072" y="246295"/>
                </a:lnTo>
                <a:lnTo>
                  <a:pt x="71514" y="248716"/>
                </a:lnTo>
                <a:lnTo>
                  <a:pt x="67264" y="272722"/>
                </a:lnTo>
                <a:lnTo>
                  <a:pt x="53726" y="309295"/>
                </a:lnTo>
                <a:lnTo>
                  <a:pt x="30540" y="344079"/>
                </a:lnTo>
                <a:close/>
              </a:path>
              <a:path w="673735" h="344169">
                <a:moveTo>
                  <a:pt x="240965" y="127685"/>
                </a:moveTo>
                <a:lnTo>
                  <a:pt x="240128" y="127486"/>
                </a:lnTo>
                <a:lnTo>
                  <a:pt x="245845" y="127330"/>
                </a:lnTo>
                <a:lnTo>
                  <a:pt x="240965" y="127685"/>
                </a:lnTo>
                <a:close/>
              </a:path>
              <a:path w="673735" h="344169">
                <a:moveTo>
                  <a:pt x="333307" y="127685"/>
                </a:moveTo>
                <a:lnTo>
                  <a:pt x="240965" y="127685"/>
                </a:lnTo>
                <a:lnTo>
                  <a:pt x="245845" y="127330"/>
                </a:lnTo>
                <a:lnTo>
                  <a:pt x="333307" y="127330"/>
                </a:lnTo>
                <a:lnTo>
                  <a:pt x="333307" y="127685"/>
                </a:lnTo>
                <a:close/>
              </a:path>
              <a:path w="673735" h="344169">
                <a:moveTo>
                  <a:pt x="333307" y="131316"/>
                </a:moveTo>
                <a:lnTo>
                  <a:pt x="99934" y="131316"/>
                </a:lnTo>
                <a:lnTo>
                  <a:pt x="240128" y="127486"/>
                </a:lnTo>
                <a:lnTo>
                  <a:pt x="240965" y="127685"/>
                </a:lnTo>
                <a:lnTo>
                  <a:pt x="333307" y="127685"/>
                </a:lnTo>
                <a:lnTo>
                  <a:pt x="333307" y="131316"/>
                </a:lnTo>
                <a:close/>
              </a:path>
              <a:path w="673735" h="344169">
                <a:moveTo>
                  <a:pt x="78150" y="129319"/>
                </a:moveTo>
                <a:lnTo>
                  <a:pt x="75271" y="127893"/>
                </a:lnTo>
                <a:lnTo>
                  <a:pt x="80933" y="128436"/>
                </a:lnTo>
                <a:lnTo>
                  <a:pt x="78150" y="129319"/>
                </a:lnTo>
                <a:close/>
              </a:path>
              <a:path w="673735" h="344169">
                <a:moveTo>
                  <a:pt x="80339" y="264161"/>
                </a:moveTo>
                <a:lnTo>
                  <a:pt x="75221" y="254938"/>
                </a:lnTo>
                <a:lnTo>
                  <a:pt x="71514" y="248716"/>
                </a:lnTo>
                <a:lnTo>
                  <a:pt x="73595" y="236961"/>
                </a:lnTo>
                <a:lnTo>
                  <a:pt x="74723" y="213687"/>
                </a:lnTo>
                <a:lnTo>
                  <a:pt x="88545" y="194674"/>
                </a:lnTo>
                <a:lnTo>
                  <a:pt x="100177" y="173603"/>
                </a:lnTo>
                <a:lnTo>
                  <a:pt x="110029" y="149979"/>
                </a:lnTo>
                <a:lnTo>
                  <a:pt x="146340" y="160248"/>
                </a:lnTo>
                <a:lnTo>
                  <a:pt x="142331" y="170370"/>
                </a:lnTo>
                <a:lnTo>
                  <a:pt x="139284" y="177550"/>
                </a:lnTo>
                <a:lnTo>
                  <a:pt x="137114" y="181742"/>
                </a:lnTo>
                <a:lnTo>
                  <a:pt x="135733" y="182898"/>
                </a:lnTo>
                <a:lnTo>
                  <a:pt x="313876" y="182898"/>
                </a:lnTo>
                <a:lnTo>
                  <a:pt x="313876" y="216996"/>
                </a:lnTo>
                <a:lnTo>
                  <a:pt x="119365" y="216996"/>
                </a:lnTo>
                <a:lnTo>
                  <a:pt x="112610" y="227539"/>
                </a:lnTo>
                <a:lnTo>
                  <a:pt x="108084" y="233537"/>
                </a:lnTo>
                <a:lnTo>
                  <a:pt x="99678" y="233537"/>
                </a:lnTo>
                <a:lnTo>
                  <a:pt x="99678" y="243891"/>
                </a:lnTo>
                <a:lnTo>
                  <a:pt x="93343" y="251138"/>
                </a:lnTo>
                <a:lnTo>
                  <a:pt x="80339" y="264161"/>
                </a:lnTo>
                <a:close/>
              </a:path>
              <a:path w="673735" h="344169">
                <a:moveTo>
                  <a:pt x="180612" y="160074"/>
                </a:moveTo>
                <a:lnTo>
                  <a:pt x="145726" y="160074"/>
                </a:lnTo>
                <a:lnTo>
                  <a:pt x="110029" y="149979"/>
                </a:lnTo>
                <a:lnTo>
                  <a:pt x="333307" y="149979"/>
                </a:lnTo>
                <a:lnTo>
                  <a:pt x="333307" y="151845"/>
                </a:lnTo>
                <a:lnTo>
                  <a:pt x="180612" y="151845"/>
                </a:lnTo>
                <a:lnTo>
                  <a:pt x="180612" y="160074"/>
                </a:lnTo>
                <a:close/>
              </a:path>
              <a:path w="673735" h="344169">
                <a:moveTo>
                  <a:pt x="313876" y="182898"/>
                </a:moveTo>
                <a:lnTo>
                  <a:pt x="135733" y="182898"/>
                </a:lnTo>
                <a:lnTo>
                  <a:pt x="180612" y="181371"/>
                </a:lnTo>
                <a:lnTo>
                  <a:pt x="180612" y="151845"/>
                </a:lnTo>
                <a:lnTo>
                  <a:pt x="220397" y="151845"/>
                </a:lnTo>
                <a:lnTo>
                  <a:pt x="220397" y="181371"/>
                </a:lnTo>
                <a:lnTo>
                  <a:pt x="313876" y="181371"/>
                </a:lnTo>
                <a:lnTo>
                  <a:pt x="313876" y="182898"/>
                </a:lnTo>
                <a:close/>
              </a:path>
              <a:path w="673735" h="344169">
                <a:moveTo>
                  <a:pt x="333307" y="160074"/>
                </a:moveTo>
                <a:lnTo>
                  <a:pt x="220397" y="160074"/>
                </a:lnTo>
                <a:lnTo>
                  <a:pt x="220397" y="151845"/>
                </a:lnTo>
                <a:lnTo>
                  <a:pt x="333307" y="151845"/>
                </a:lnTo>
                <a:lnTo>
                  <a:pt x="333307" y="160074"/>
                </a:lnTo>
                <a:close/>
              </a:path>
              <a:path w="673735" h="344169">
                <a:moveTo>
                  <a:pt x="71514" y="248716"/>
                </a:moveTo>
                <a:lnTo>
                  <a:pt x="70072" y="246295"/>
                </a:lnTo>
                <a:lnTo>
                  <a:pt x="64543" y="238335"/>
                </a:lnTo>
                <a:lnTo>
                  <a:pt x="58283" y="231160"/>
                </a:lnTo>
                <a:lnTo>
                  <a:pt x="74723" y="213687"/>
                </a:lnTo>
                <a:lnTo>
                  <a:pt x="73595" y="236961"/>
                </a:lnTo>
                <a:lnTo>
                  <a:pt x="71514" y="248716"/>
                </a:lnTo>
                <a:close/>
              </a:path>
              <a:path w="673735" h="344169">
                <a:moveTo>
                  <a:pt x="220397" y="233537"/>
                </a:moveTo>
                <a:lnTo>
                  <a:pt x="180612" y="233537"/>
                </a:lnTo>
                <a:lnTo>
                  <a:pt x="180612" y="216996"/>
                </a:lnTo>
                <a:lnTo>
                  <a:pt x="220397" y="216996"/>
                </a:lnTo>
                <a:lnTo>
                  <a:pt x="220397" y="233537"/>
                </a:lnTo>
                <a:close/>
              </a:path>
              <a:path w="673735" h="344169">
                <a:moveTo>
                  <a:pt x="99678" y="243891"/>
                </a:moveTo>
                <a:lnTo>
                  <a:pt x="99678" y="233537"/>
                </a:lnTo>
                <a:lnTo>
                  <a:pt x="108084" y="233537"/>
                </a:lnTo>
                <a:lnTo>
                  <a:pt x="104018" y="238925"/>
                </a:lnTo>
                <a:lnTo>
                  <a:pt x="99678" y="243891"/>
                </a:lnTo>
                <a:close/>
              </a:path>
              <a:path w="673735" h="344169">
                <a:moveTo>
                  <a:pt x="306241" y="268833"/>
                </a:moveTo>
                <a:lnTo>
                  <a:pt x="99678" y="268833"/>
                </a:lnTo>
                <a:lnTo>
                  <a:pt x="99678" y="243891"/>
                </a:lnTo>
                <a:lnTo>
                  <a:pt x="104018" y="238925"/>
                </a:lnTo>
                <a:lnTo>
                  <a:pt x="108084" y="233537"/>
                </a:lnTo>
                <a:lnTo>
                  <a:pt x="306241" y="233537"/>
                </a:lnTo>
                <a:lnTo>
                  <a:pt x="306241" y="268833"/>
                </a:lnTo>
                <a:close/>
              </a:path>
              <a:path w="673735" h="344169">
                <a:moveTo>
                  <a:pt x="220397" y="289105"/>
                </a:moveTo>
                <a:lnTo>
                  <a:pt x="180612" y="289105"/>
                </a:lnTo>
                <a:lnTo>
                  <a:pt x="180612" y="268833"/>
                </a:lnTo>
                <a:lnTo>
                  <a:pt x="220397" y="268833"/>
                </a:lnTo>
                <a:lnTo>
                  <a:pt x="220397" y="289105"/>
                </a:lnTo>
                <a:close/>
              </a:path>
              <a:path w="673735" h="344169">
                <a:moveTo>
                  <a:pt x="338904" y="325416"/>
                </a:moveTo>
                <a:lnTo>
                  <a:pt x="67016" y="325416"/>
                </a:lnTo>
                <a:lnTo>
                  <a:pt x="67016" y="289105"/>
                </a:lnTo>
                <a:lnTo>
                  <a:pt x="338904" y="289105"/>
                </a:lnTo>
                <a:lnTo>
                  <a:pt x="338904" y="325416"/>
                </a:lnTo>
                <a:close/>
              </a:path>
              <a:path w="673735" h="344169">
                <a:moveTo>
                  <a:pt x="623090" y="149303"/>
                </a:moveTo>
                <a:lnTo>
                  <a:pt x="419663" y="149303"/>
                </a:lnTo>
                <a:lnTo>
                  <a:pt x="419663" y="19851"/>
                </a:lnTo>
                <a:lnTo>
                  <a:pt x="623090" y="19851"/>
                </a:lnTo>
                <a:lnTo>
                  <a:pt x="623090" y="58951"/>
                </a:lnTo>
                <a:lnTo>
                  <a:pt x="459111" y="58951"/>
                </a:lnTo>
                <a:lnTo>
                  <a:pt x="459111" y="110194"/>
                </a:lnTo>
                <a:lnTo>
                  <a:pt x="623090" y="110194"/>
                </a:lnTo>
                <a:lnTo>
                  <a:pt x="623090" y="149303"/>
                </a:lnTo>
                <a:close/>
              </a:path>
              <a:path w="673735" h="344169">
                <a:moveTo>
                  <a:pt x="623090" y="110194"/>
                </a:moveTo>
                <a:lnTo>
                  <a:pt x="582628" y="110194"/>
                </a:lnTo>
                <a:lnTo>
                  <a:pt x="582628" y="58951"/>
                </a:lnTo>
                <a:lnTo>
                  <a:pt x="623090" y="58951"/>
                </a:lnTo>
                <a:lnTo>
                  <a:pt x="623090" y="110194"/>
                </a:lnTo>
                <a:close/>
              </a:path>
              <a:path w="673735" h="344169">
                <a:moveTo>
                  <a:pt x="408389" y="336864"/>
                </a:moveTo>
                <a:lnTo>
                  <a:pt x="369280" y="336864"/>
                </a:lnTo>
                <a:lnTo>
                  <a:pt x="369280" y="171358"/>
                </a:lnTo>
                <a:lnTo>
                  <a:pt x="506367" y="171358"/>
                </a:lnTo>
                <a:lnTo>
                  <a:pt x="506367" y="210805"/>
                </a:lnTo>
                <a:lnTo>
                  <a:pt x="408389" y="210805"/>
                </a:lnTo>
                <a:lnTo>
                  <a:pt x="408389" y="278672"/>
                </a:lnTo>
                <a:lnTo>
                  <a:pt x="506367" y="278672"/>
                </a:lnTo>
                <a:lnTo>
                  <a:pt x="506367" y="318119"/>
                </a:lnTo>
                <a:lnTo>
                  <a:pt x="408389" y="318119"/>
                </a:lnTo>
                <a:lnTo>
                  <a:pt x="408389" y="336864"/>
                </a:lnTo>
                <a:close/>
              </a:path>
              <a:path w="673735" h="344169">
                <a:moveTo>
                  <a:pt x="506367" y="278672"/>
                </a:moveTo>
                <a:lnTo>
                  <a:pt x="466581" y="278672"/>
                </a:lnTo>
                <a:lnTo>
                  <a:pt x="466581" y="210805"/>
                </a:lnTo>
                <a:lnTo>
                  <a:pt x="506367" y="210805"/>
                </a:lnTo>
                <a:lnTo>
                  <a:pt x="506367" y="278672"/>
                </a:lnTo>
                <a:close/>
              </a:path>
              <a:path w="673735" h="344169">
                <a:moveTo>
                  <a:pt x="506367" y="333810"/>
                </a:moveTo>
                <a:lnTo>
                  <a:pt x="466581" y="333810"/>
                </a:lnTo>
                <a:lnTo>
                  <a:pt x="466581" y="318119"/>
                </a:lnTo>
                <a:lnTo>
                  <a:pt x="506367" y="318119"/>
                </a:lnTo>
                <a:lnTo>
                  <a:pt x="506367" y="333810"/>
                </a:lnTo>
                <a:close/>
              </a:path>
              <a:path w="673735" h="344169">
                <a:moveTo>
                  <a:pt x="569314" y="336864"/>
                </a:moveTo>
                <a:lnTo>
                  <a:pt x="529867" y="336864"/>
                </a:lnTo>
                <a:lnTo>
                  <a:pt x="529867" y="171358"/>
                </a:lnTo>
                <a:lnTo>
                  <a:pt x="673483" y="171358"/>
                </a:lnTo>
                <a:lnTo>
                  <a:pt x="673483" y="210805"/>
                </a:lnTo>
                <a:lnTo>
                  <a:pt x="569314" y="210805"/>
                </a:lnTo>
                <a:lnTo>
                  <a:pt x="569314" y="278672"/>
                </a:lnTo>
                <a:lnTo>
                  <a:pt x="673483" y="278672"/>
                </a:lnTo>
                <a:lnTo>
                  <a:pt x="673483" y="318119"/>
                </a:lnTo>
                <a:lnTo>
                  <a:pt x="569314" y="318119"/>
                </a:lnTo>
                <a:lnTo>
                  <a:pt x="569314" y="336864"/>
                </a:lnTo>
                <a:close/>
              </a:path>
              <a:path w="673735" h="344169">
                <a:moveTo>
                  <a:pt x="673483" y="278672"/>
                </a:moveTo>
                <a:lnTo>
                  <a:pt x="633697" y="278672"/>
                </a:lnTo>
                <a:lnTo>
                  <a:pt x="633697" y="210805"/>
                </a:lnTo>
                <a:lnTo>
                  <a:pt x="673483" y="210805"/>
                </a:lnTo>
                <a:lnTo>
                  <a:pt x="673483" y="278672"/>
                </a:lnTo>
                <a:close/>
              </a:path>
              <a:path w="673735" h="344169">
                <a:moveTo>
                  <a:pt x="673483" y="334487"/>
                </a:moveTo>
                <a:lnTo>
                  <a:pt x="633697" y="334487"/>
                </a:lnTo>
                <a:lnTo>
                  <a:pt x="633697" y="318119"/>
                </a:lnTo>
                <a:lnTo>
                  <a:pt x="673483" y="318119"/>
                </a:lnTo>
                <a:lnTo>
                  <a:pt x="673483" y="334487"/>
                </a:lnTo>
                <a:close/>
              </a:path>
            </a:pathLst>
          </a:custGeom>
          <a:solidFill>
            <a:srgbClr val="24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941" y="2852927"/>
            <a:ext cx="6185458" cy="72054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47" y="8513887"/>
            <a:ext cx="1431493" cy="14314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7" y="0"/>
            <a:ext cx="7434071" cy="57972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80" y="509056"/>
            <a:ext cx="1415414" cy="4965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1668" y="1874520"/>
            <a:ext cx="6349365" cy="3170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object 81">
            <a:extLst>
              <a:ext uri="{FF2B5EF4-FFF2-40B4-BE49-F238E27FC236}">
                <a16:creationId xmlns:a16="http://schemas.microsoft.com/office/drawing/2014/main" id="{CA73C3A8-6243-3036-948E-974CBACA81E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0" y="11117"/>
            <a:ext cx="7762710" cy="10058400"/>
          </a:xfrm>
          <a:prstGeom prst="rect">
            <a:avLst/>
          </a:prstGeom>
        </p:spPr>
      </p:pic>
      <p:sp>
        <p:nvSpPr>
          <p:cNvPr id="4" name="object 6">
            <a:extLst>
              <a:ext uri="{FF2B5EF4-FFF2-40B4-BE49-F238E27FC236}">
                <a16:creationId xmlns:a16="http://schemas.microsoft.com/office/drawing/2014/main" id="{F84F4375-F85A-961F-88C9-AE51BA193D8F}"/>
              </a:ext>
            </a:extLst>
          </p:cNvPr>
          <p:cNvSpPr>
            <a:spLocks/>
          </p:cNvSpPr>
          <p:nvPr/>
        </p:nvSpPr>
        <p:spPr>
          <a:xfrm>
            <a:off x="6848475" y="7949"/>
            <a:ext cx="933615" cy="6391348"/>
          </a:xfrm>
          <a:custGeom>
            <a:avLst/>
            <a:gdLst/>
            <a:ahLst/>
            <a:cxnLst/>
            <a:rect l="l" t="t" r="r" b="b"/>
            <a:pathLst>
              <a:path w="923925" h="6401435">
                <a:moveTo>
                  <a:pt x="923546" y="6400814"/>
                </a:moveTo>
                <a:lnTo>
                  <a:pt x="0" y="6400814"/>
                </a:lnTo>
                <a:lnTo>
                  <a:pt x="0" y="0"/>
                </a:lnTo>
                <a:lnTo>
                  <a:pt x="923546" y="0"/>
                </a:lnTo>
                <a:lnTo>
                  <a:pt x="923546" y="6400814"/>
                </a:lnTo>
                <a:close/>
              </a:path>
            </a:pathLst>
          </a:custGeom>
          <a:solidFill>
            <a:srgbClr val="FF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063EC52-D779-5589-4F3A-572F4413B771}"/>
              </a:ext>
            </a:extLst>
          </p:cNvPr>
          <p:cNvSpPr txBox="1"/>
          <p:nvPr/>
        </p:nvSpPr>
        <p:spPr>
          <a:xfrm>
            <a:off x="526774" y="1998827"/>
            <a:ext cx="29701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TW" altLang="zh-TW" b="1" dirty="0">
                <a:latin typeface="+mn-lt"/>
              </a:rPr>
              <a:t>50噸</a:t>
            </a:r>
            <a:r>
              <a:rPr lang="zh-TW" altLang="en-US" b="1" dirty="0">
                <a:latin typeface="+mn-lt"/>
              </a:rPr>
              <a:t>射出成型機</a:t>
            </a:r>
            <a:endParaRPr lang="en-US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數量：2 </a:t>
            </a:r>
            <a:r>
              <a:rPr lang="zh-TW" altLang="en-US" dirty="0">
                <a:latin typeface="+mn-lt"/>
              </a:rPr>
              <a:t>台</a:t>
            </a:r>
            <a:endParaRPr lang="zh-TW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製造商：日本製造</a:t>
            </a:r>
          </a:p>
          <a:p>
            <a:pPr>
              <a:buFont typeface="+mj-lt"/>
              <a:buAutoNum type="arabicPeriod"/>
            </a:pPr>
            <a:r>
              <a:rPr lang="zh-TW" altLang="zh-TW" b="1" dirty="0">
                <a:latin typeface="+mn-lt"/>
              </a:rPr>
              <a:t>100噸</a:t>
            </a:r>
            <a:r>
              <a:rPr lang="zh-TW" altLang="en-US" b="1" dirty="0">
                <a:latin typeface="+mn-lt"/>
              </a:rPr>
              <a:t>射出成型機</a:t>
            </a:r>
            <a:endParaRPr lang="en-US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數量：8 </a:t>
            </a:r>
            <a:r>
              <a:rPr lang="zh-TW" altLang="en-US" dirty="0">
                <a:latin typeface="+mn-lt"/>
              </a:rPr>
              <a:t>台</a:t>
            </a:r>
            <a:endParaRPr lang="zh-TW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製造商：日本製造</a:t>
            </a:r>
            <a:endParaRPr lang="en-US" altLang="zh-TW" b="1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zh-TW" altLang="zh-TW" b="1" dirty="0">
                <a:latin typeface="+mn-lt"/>
              </a:rPr>
              <a:t>真空燒結爐</a:t>
            </a:r>
            <a:endParaRPr lang="en-US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數量：7 </a:t>
            </a:r>
            <a:r>
              <a:rPr lang="zh-TW" altLang="en-US" dirty="0">
                <a:latin typeface="+mn-lt"/>
              </a:rPr>
              <a:t>台</a:t>
            </a:r>
            <a:endParaRPr lang="zh-TW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製造商：日本製造</a:t>
            </a:r>
            <a:endParaRPr lang="en-US" altLang="zh-TW" b="1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zh-TW" altLang="en-US" b="1" dirty="0">
                <a:latin typeface="+mn-lt"/>
              </a:rPr>
              <a:t>真空脫脂</a:t>
            </a:r>
            <a:r>
              <a:rPr lang="zh-TW" altLang="zh-TW" b="1" dirty="0">
                <a:latin typeface="+mn-lt"/>
              </a:rPr>
              <a:t>爐</a:t>
            </a:r>
            <a:endParaRPr lang="en-US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數量：2</a:t>
            </a:r>
            <a:r>
              <a:rPr lang="zh-TW" altLang="en-US" dirty="0">
                <a:latin typeface="+mn-lt"/>
              </a:rPr>
              <a:t>台</a:t>
            </a:r>
            <a:endParaRPr lang="zh-TW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dirty="0">
                <a:latin typeface="+mn-lt"/>
              </a:rPr>
              <a:t>製造商：美國製造</a:t>
            </a:r>
          </a:p>
          <a:p>
            <a:pPr>
              <a:buFont typeface="+mj-lt"/>
              <a:buAutoNum type="arabicPeriod"/>
            </a:pPr>
            <a:r>
              <a:rPr lang="zh-TW" altLang="zh-TW" b="1" i="0" dirty="0">
                <a:solidFill>
                  <a:srgbClr val="202124"/>
                </a:solidFill>
                <a:effectLst/>
                <a:latin typeface="+mn-lt"/>
              </a:rPr>
              <a:t>化學</a:t>
            </a:r>
            <a:r>
              <a:rPr lang="zh-TW" altLang="zh-TW" b="1" dirty="0" err="1">
                <a:latin typeface="+mn-lt"/>
              </a:rPr>
              <a:t>脫脂</a:t>
            </a:r>
            <a:r>
              <a:rPr lang="zh-TW" altLang="zh-TW" b="1" i="0" dirty="0">
                <a:solidFill>
                  <a:srgbClr val="202124"/>
                </a:solidFill>
                <a:effectLst/>
                <a:latin typeface="+mn-lt"/>
              </a:rPr>
              <a:t>系統</a:t>
            </a:r>
            <a:endParaRPr lang="en-US" altLang="zh-TW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zh-TW" altLang="zh-TW" b="1" dirty="0">
                <a:latin typeface="+mn-lt"/>
              </a:rPr>
              <a:t>其他設備</a:t>
            </a:r>
            <a:endParaRPr lang="en-US" altLang="zh-TW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混鍊機</a:t>
            </a:r>
            <a:r>
              <a:rPr lang="zh-TW" altLang="zh-TW" dirty="0">
                <a:latin typeface="+mn-lt"/>
              </a:rPr>
              <a:t>等</a:t>
            </a:r>
            <a:endParaRPr lang="en-US" altLang="zh-TW" dirty="0">
              <a:latin typeface="+mn-lt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CA47D1-CB3A-E38F-C417-FE014F891281}"/>
              </a:ext>
            </a:extLst>
          </p:cNvPr>
          <p:cNvSpPr txBox="1"/>
          <p:nvPr/>
        </p:nvSpPr>
        <p:spPr>
          <a:xfrm>
            <a:off x="3642442" y="928385"/>
            <a:ext cx="2857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b="1" dirty="0">
                <a:latin typeface="+mj-lt"/>
              </a:rPr>
              <a:t>機械</a:t>
            </a:r>
            <a:r>
              <a:rPr lang="zh-TW" altLang="zh-TW" sz="2400" b="1" dirty="0">
                <a:latin typeface="+mj-lt"/>
              </a:rPr>
              <a:t>加工</a:t>
            </a:r>
            <a:endParaRPr lang="en-US" altLang="zh-TW" sz="2400" dirty="0">
              <a:latin typeface="+mj-lt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6AC4394-703D-789F-EE9A-15F3A54056EC}"/>
              </a:ext>
            </a:extLst>
          </p:cNvPr>
          <p:cNvSpPr txBox="1"/>
          <p:nvPr/>
        </p:nvSpPr>
        <p:spPr>
          <a:xfrm>
            <a:off x="3886200" y="1966821"/>
            <a:ext cx="296227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TW" altLang="zh-TW" sz="2000" b="1" dirty="0">
                <a:latin typeface="+mn-lt"/>
              </a:rPr>
              <a:t>車床</a:t>
            </a:r>
            <a:endParaRPr lang="en-US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數量：&gt;3</a:t>
            </a:r>
            <a:r>
              <a:rPr lang="zh-TW" altLang="en-US" sz="2000" dirty="0">
                <a:latin typeface="+mn-lt"/>
              </a:rPr>
              <a:t>台</a:t>
            </a:r>
            <a:endParaRPr lang="zh-TW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用途：精密車削</a:t>
            </a:r>
          </a:p>
          <a:p>
            <a:pPr>
              <a:buFont typeface="+mj-lt"/>
              <a:buAutoNum type="arabicPeriod"/>
            </a:pPr>
            <a:r>
              <a:rPr lang="zh-TW" altLang="zh-TW" sz="2000" b="1" dirty="0">
                <a:latin typeface="+mn-lt"/>
              </a:rPr>
              <a:t>銑床</a:t>
            </a:r>
            <a:endParaRPr lang="en-US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數量：&gt;5</a:t>
            </a:r>
            <a:r>
              <a:rPr lang="zh-TW" altLang="en-US" sz="2000" dirty="0">
                <a:latin typeface="+mn-lt"/>
              </a:rPr>
              <a:t>台</a:t>
            </a:r>
            <a:endParaRPr lang="zh-TW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用途：精密銑削</a:t>
            </a:r>
          </a:p>
          <a:p>
            <a:pPr>
              <a:buFont typeface="+mj-lt"/>
              <a:buAutoNum type="arabicPeriod"/>
            </a:pPr>
            <a:r>
              <a:rPr lang="zh-TW" altLang="zh-TW" sz="2000" b="1" dirty="0">
                <a:latin typeface="+mn-lt"/>
              </a:rPr>
              <a:t>磨床</a:t>
            </a:r>
            <a:endParaRPr lang="en-US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數量：&gt;5</a:t>
            </a:r>
            <a:r>
              <a:rPr lang="zh-TW" altLang="en-US" sz="2000" dirty="0">
                <a:latin typeface="+mn-lt"/>
              </a:rPr>
              <a:t>台</a:t>
            </a:r>
            <a:endParaRPr lang="zh-TW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用途：精</a:t>
            </a:r>
            <a:r>
              <a:rPr lang="zh-TW" altLang="en-US" sz="2000" dirty="0">
                <a:latin typeface="+mn-lt"/>
              </a:rPr>
              <a:t>密研磨</a:t>
            </a:r>
            <a:endParaRPr lang="zh-TW" altLang="zh-TW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zh-TW" altLang="zh-TW" sz="2000" b="1" dirty="0">
                <a:latin typeface="+mn-lt"/>
              </a:rPr>
              <a:t>其他小型設備</a:t>
            </a:r>
            <a:endParaRPr lang="en-US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數量：&gt;50</a:t>
            </a:r>
            <a:r>
              <a:rPr lang="zh-TW" altLang="en-US" sz="2000" dirty="0">
                <a:latin typeface="+mn-lt"/>
              </a:rPr>
              <a:t>台</a:t>
            </a:r>
            <a:endParaRPr lang="zh-TW" altLang="zh-TW" sz="2000" dirty="0">
              <a:latin typeface="+mn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2000" dirty="0">
                <a:latin typeface="+mn-lt"/>
              </a:rPr>
              <a:t>用途：包括鑽孔、切割、拋光等。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EF7519E-D3EB-092D-4055-039550E6C164}"/>
              </a:ext>
            </a:extLst>
          </p:cNvPr>
          <p:cNvSpPr txBox="1"/>
          <p:nvPr/>
        </p:nvSpPr>
        <p:spPr>
          <a:xfrm>
            <a:off x="558336" y="928385"/>
            <a:ext cx="3011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latin typeface="+mj-lt"/>
              </a:rPr>
              <a:t>MIM</a:t>
            </a:r>
            <a:endParaRPr lang="zh-TW" altLang="zh-TW" sz="2400" b="1" dirty="0">
              <a:latin typeface="+mj-lt"/>
            </a:endParaRPr>
          </a:p>
        </p:txBody>
      </p:sp>
      <p:sp>
        <p:nvSpPr>
          <p:cNvPr id="29" name="標題 1">
            <a:extLst>
              <a:ext uri="{FF2B5EF4-FFF2-40B4-BE49-F238E27FC236}">
                <a16:creationId xmlns:a16="http://schemas.microsoft.com/office/drawing/2014/main" id="{BDD8BEA9-52ED-F2B1-92CE-CC46A0CD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49" y="278223"/>
            <a:ext cx="4818827" cy="553998"/>
          </a:xfrm>
        </p:spPr>
        <p:txBody>
          <a:bodyPr/>
          <a:lstStyle/>
          <a:p>
            <a:r>
              <a:rPr lang="zh-TW" altLang="zh-TW" sz="3600" b="1" dirty="0">
                <a:latin typeface="+mj-lt"/>
              </a:rPr>
              <a:t>設備清單</a:t>
            </a:r>
          </a:p>
        </p:txBody>
      </p:sp>
      <p:sp>
        <p:nvSpPr>
          <p:cNvPr id="32" name="object 6">
            <a:extLst>
              <a:ext uri="{FF2B5EF4-FFF2-40B4-BE49-F238E27FC236}">
                <a16:creationId xmlns:a16="http://schemas.microsoft.com/office/drawing/2014/main" id="{FCE04D0D-F234-2212-D9E2-0E7C7B030AC3}"/>
              </a:ext>
            </a:extLst>
          </p:cNvPr>
          <p:cNvSpPr>
            <a:spLocks/>
          </p:cNvSpPr>
          <p:nvPr/>
        </p:nvSpPr>
        <p:spPr>
          <a:xfrm>
            <a:off x="6848475" y="7949"/>
            <a:ext cx="933615" cy="6381246"/>
          </a:xfrm>
          <a:custGeom>
            <a:avLst/>
            <a:gdLst/>
            <a:ahLst/>
            <a:cxnLst/>
            <a:rect l="l" t="t" r="r" b="b"/>
            <a:pathLst>
              <a:path w="923925" h="6401435">
                <a:moveTo>
                  <a:pt x="923546" y="6400814"/>
                </a:moveTo>
                <a:lnTo>
                  <a:pt x="0" y="6400814"/>
                </a:lnTo>
                <a:lnTo>
                  <a:pt x="0" y="0"/>
                </a:lnTo>
                <a:lnTo>
                  <a:pt x="923546" y="0"/>
                </a:lnTo>
                <a:lnTo>
                  <a:pt x="923546" y="6400814"/>
                </a:lnTo>
                <a:close/>
              </a:path>
            </a:pathLst>
          </a:custGeom>
          <a:solidFill>
            <a:srgbClr val="FF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5A464D4-C389-0E19-0866-A888F8AA4EA2}"/>
              </a:ext>
            </a:extLst>
          </p:cNvPr>
          <p:cNvSpPr txBox="1"/>
          <p:nvPr/>
        </p:nvSpPr>
        <p:spPr>
          <a:xfrm>
            <a:off x="3697794" y="8011717"/>
            <a:ext cx="3904965" cy="1631216"/>
          </a:xfrm>
          <a:prstGeom prst="rect">
            <a:avLst/>
          </a:prstGeom>
          <a:noFill/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TW" altLang="zh-TW" sz="2000" b="1" dirty="0">
                <a:effectLst>
                  <a:glow rad="101600">
                    <a:srgbClr val="FFFF00">
                      <a:alpha val="40000"/>
                    </a:srgbClr>
                  </a:glow>
                </a:effectLst>
                <a:latin typeface="+mn-lt"/>
              </a:rPr>
              <a:t>X </a:t>
            </a:r>
            <a:r>
              <a:rPr lang="en-US" altLang="zh-TW" sz="2000" b="1" dirty="0">
                <a:effectLst>
                  <a:glow rad="101600">
                    <a:srgbClr val="FFFF00">
                      <a:alpha val="40000"/>
                    </a:srgbClr>
                  </a:glow>
                </a:effectLst>
                <a:latin typeface="+mn-lt"/>
              </a:rPr>
              <a:t>-Ray</a:t>
            </a:r>
            <a:r>
              <a:rPr lang="zh-TW" altLang="zh-TW" sz="2000" b="1" dirty="0">
                <a:effectLst>
                  <a:glow rad="101600">
                    <a:srgbClr val="FFFF00">
                      <a:alpha val="40000"/>
                    </a:srgbClr>
                  </a:glow>
                </a:effectLst>
                <a:latin typeface="+mn-lt"/>
              </a:rPr>
              <a:t> </a:t>
            </a:r>
            <a:r>
              <a:rPr lang="en-US" altLang="zh-TW" sz="2000" b="1" dirty="0">
                <a:effectLst>
                  <a:glow rad="101600">
                    <a:srgbClr val="FFFF00">
                      <a:alpha val="40000"/>
                    </a:srgbClr>
                  </a:glow>
                </a:effectLst>
                <a:latin typeface="+mn-lt"/>
              </a:rPr>
              <a:t>&amp; </a:t>
            </a:r>
            <a:r>
              <a:rPr lang="zh-TW" altLang="zh-TW" sz="2000" b="1" dirty="0">
                <a:effectLst>
                  <a:glow rad="101600">
                    <a:srgbClr val="FFFF00">
                      <a:alpha val="40000"/>
                    </a:srgbClr>
                  </a:glow>
                </a:effectLst>
                <a:latin typeface="+mn-lt"/>
              </a:rPr>
              <a:t>3D CT</a:t>
            </a:r>
          </a:p>
          <a:p>
            <a:pPr>
              <a:buFont typeface="+mj-lt"/>
              <a:buAutoNum type="arabicPeriod"/>
            </a:pPr>
            <a:r>
              <a:rPr lang="zh-TW" altLang="zh-TW" sz="2000" b="1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n-lt"/>
              </a:rPr>
              <a:t>MT（磁粉探傷）</a:t>
            </a:r>
          </a:p>
          <a:p>
            <a:pPr>
              <a:buFont typeface="+mj-lt"/>
              <a:buAutoNum type="arabicPeriod"/>
            </a:pPr>
            <a:r>
              <a:rPr lang="zh-TW" altLang="zh-TW" sz="20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+mn-lt"/>
              </a:rPr>
              <a:t>PT（滲透檢測）</a:t>
            </a:r>
          </a:p>
          <a:p>
            <a:pPr>
              <a:buFont typeface="+mj-lt"/>
              <a:buAutoNum type="arabicPeriod"/>
            </a:pPr>
            <a:r>
              <a:rPr lang="zh-TW" altLang="zh-TW" sz="2000" b="1" dirty="0"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</a:rPr>
              <a:t>影像</a:t>
            </a:r>
            <a:r>
              <a:rPr lang="en-US" altLang="zh-TW" sz="2000" b="1" dirty="0"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</a:rPr>
              <a:t>&amp;</a:t>
            </a:r>
            <a:r>
              <a:rPr lang="zh-TW" altLang="en-US" sz="2000" b="1" dirty="0"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</a:rPr>
              <a:t>投影</a:t>
            </a:r>
            <a:r>
              <a:rPr lang="zh-TW" altLang="zh-TW" sz="2000" b="1" dirty="0"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</a:rPr>
              <a:t>測量儀</a:t>
            </a:r>
          </a:p>
          <a:p>
            <a:pPr>
              <a:buFont typeface="+mj-lt"/>
              <a:buAutoNum type="arabicPeriod"/>
            </a:pPr>
            <a:r>
              <a:rPr lang="zh-TW" altLang="en-US" sz="2000" b="1" dirty="0">
                <a:effectLst>
                  <a:reflection blurRad="6350" stA="55000" endA="300" endPos="45500" dir="5400000" sy="-100000" algn="bl" rotWithShape="0"/>
                </a:effectLst>
                <a:latin typeface="+mn-lt"/>
              </a:rPr>
              <a:t>各種</a:t>
            </a:r>
            <a:r>
              <a:rPr lang="zh-TW" altLang="zh-TW" sz="2000" b="1" dirty="0">
                <a:effectLst>
                  <a:reflection blurRad="6350" stA="55000" endA="300" endPos="45500" dir="5400000" sy="-100000" algn="bl" rotWithShape="0"/>
                </a:effectLst>
                <a:latin typeface="+mn-lt"/>
              </a:rPr>
              <a:t>精密</a:t>
            </a:r>
            <a:r>
              <a:rPr lang="zh-TW" altLang="en-US" sz="2000" b="1" dirty="0">
                <a:effectLst>
                  <a:reflection blurRad="6350" stA="55000" endA="300" endPos="45500" dir="5400000" sy="-100000" algn="bl" rotWithShape="0"/>
                </a:effectLst>
                <a:latin typeface="+mn-lt"/>
              </a:rPr>
              <a:t>小型量</a:t>
            </a:r>
            <a:r>
              <a:rPr lang="zh-TW" altLang="zh-TW" sz="2000" b="1" dirty="0">
                <a:effectLst>
                  <a:reflection blurRad="6350" stA="55000" endA="300" endPos="45500" dir="5400000" sy="-100000" algn="bl" rotWithShape="0"/>
                </a:effectLst>
                <a:latin typeface="+mn-lt"/>
              </a:rPr>
              <a:t>具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74EEFF0-BEE0-C475-BB74-FCFF656901E0}"/>
              </a:ext>
            </a:extLst>
          </p:cNvPr>
          <p:cNvSpPr txBox="1"/>
          <p:nvPr/>
        </p:nvSpPr>
        <p:spPr>
          <a:xfrm>
            <a:off x="1423420" y="8334859"/>
            <a:ext cx="1896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2400" b="1" dirty="0">
                <a:latin typeface="+mj-lt"/>
              </a:rPr>
              <a:t>檢驗設備</a:t>
            </a:r>
            <a:endParaRPr lang="zh-TW" altLang="en-US" sz="2400" dirty="0">
              <a:latin typeface="+mj-lt"/>
            </a:endParaRP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8DFDBE2-6A91-BDA0-E003-769924A2017F}"/>
              </a:ext>
            </a:extLst>
          </p:cNvPr>
          <p:cNvCxnSpPr>
            <a:cxnSpLocks/>
          </p:cNvCxnSpPr>
          <p:nvPr/>
        </p:nvCxnSpPr>
        <p:spPr>
          <a:xfrm>
            <a:off x="300602" y="1966821"/>
            <a:ext cx="0" cy="5941315"/>
          </a:xfrm>
          <a:prstGeom prst="line">
            <a:avLst/>
          </a:prstGeom>
          <a:ln w="38100"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870A1744-F1EE-653D-8A5E-C1807EE309F2}"/>
              </a:ext>
            </a:extLst>
          </p:cNvPr>
          <p:cNvCxnSpPr>
            <a:cxnSpLocks/>
          </p:cNvCxnSpPr>
          <p:nvPr/>
        </p:nvCxnSpPr>
        <p:spPr>
          <a:xfrm>
            <a:off x="441849" y="1966821"/>
            <a:ext cx="0" cy="5941315"/>
          </a:xfrm>
          <a:prstGeom prst="line">
            <a:avLst/>
          </a:prstGeom>
          <a:ln w="38100"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73DD42AA-D1E5-2EB1-667D-43CE18CA7A61}"/>
              </a:ext>
            </a:extLst>
          </p:cNvPr>
          <p:cNvCxnSpPr>
            <a:cxnSpLocks/>
          </p:cNvCxnSpPr>
          <p:nvPr/>
        </p:nvCxnSpPr>
        <p:spPr>
          <a:xfrm>
            <a:off x="3744953" y="1966821"/>
            <a:ext cx="0" cy="5941315"/>
          </a:xfrm>
          <a:prstGeom prst="line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72170F4E-26C5-8B2C-5745-9A47C8573C4C}"/>
              </a:ext>
            </a:extLst>
          </p:cNvPr>
          <p:cNvCxnSpPr>
            <a:cxnSpLocks/>
          </p:cNvCxnSpPr>
          <p:nvPr/>
        </p:nvCxnSpPr>
        <p:spPr>
          <a:xfrm>
            <a:off x="3886200" y="1966821"/>
            <a:ext cx="0" cy="5941315"/>
          </a:xfrm>
          <a:prstGeom prst="line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星形: 四角 49">
            <a:extLst>
              <a:ext uri="{FF2B5EF4-FFF2-40B4-BE49-F238E27FC236}">
                <a16:creationId xmlns:a16="http://schemas.microsoft.com/office/drawing/2014/main" id="{3390C7C2-4B3F-2B18-001B-F8E98E396E1A}"/>
              </a:ext>
            </a:extLst>
          </p:cNvPr>
          <p:cNvSpPr/>
          <p:nvPr/>
        </p:nvSpPr>
        <p:spPr>
          <a:xfrm rot="1449658">
            <a:off x="720099" y="8384500"/>
            <a:ext cx="722575" cy="730018"/>
          </a:xfrm>
          <a:prstGeom prst="star4">
            <a:avLst/>
          </a:prstGeom>
          <a:solidFill>
            <a:srgbClr val="C00000">
              <a:alpha val="55000"/>
            </a:srgbClr>
          </a:solidFill>
          <a:ln w="38100">
            <a:solidFill>
              <a:schemeClr val="accent1">
                <a:shade val="15000"/>
                <a:alpha val="50000"/>
              </a:schemeClr>
            </a:solidFill>
          </a:ln>
          <a:effectLst>
            <a:glow rad="127000">
              <a:schemeClr val="accent6">
                <a:satMod val="175000"/>
                <a:alpha val="25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AD596FA8-BE39-7DE3-F135-446DFFA8E679}"/>
              </a:ext>
            </a:extLst>
          </p:cNvPr>
          <p:cNvSpPr txBox="1"/>
          <p:nvPr/>
        </p:nvSpPr>
        <p:spPr>
          <a:xfrm>
            <a:off x="7122695" y="9756168"/>
            <a:ext cx="480064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>
                <a:latin typeface="Arial"/>
                <a:cs typeface="Arial"/>
              </a:rPr>
              <a:t>頁</a:t>
            </a:r>
            <a:r>
              <a:rPr sz="900" spc="-10">
                <a:latin typeface="Arial"/>
                <a:cs typeface="Arial"/>
              </a:rPr>
              <a:t> </a:t>
            </a:r>
            <a:r>
              <a:rPr lang="zh-TW" sz="900" spc="-10">
                <a:latin typeface="Arial"/>
                <a:cs typeface="Arial"/>
              </a:rPr>
              <a:t>12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圖形 5" descr="放射物質警告 以實心填滿">
            <a:extLst>
              <a:ext uri="{FF2B5EF4-FFF2-40B4-BE49-F238E27FC236}">
                <a16:creationId xmlns:a16="http://schemas.microsoft.com/office/drawing/2014/main" id="{634859BE-75C4-99C6-B076-6FF8A45E6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9634" y="9271113"/>
            <a:ext cx="343379" cy="343379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" name="圖形 6" descr="磁鐵 以實心填滿">
            <a:extLst>
              <a:ext uri="{FF2B5EF4-FFF2-40B4-BE49-F238E27FC236}">
                <a16:creationId xmlns:a16="http://schemas.microsoft.com/office/drawing/2014/main" id="{F3066F4C-B714-3E77-3A23-E7F46488FC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5041" y="9296679"/>
            <a:ext cx="343380" cy="34338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圖形 7" descr="燒瓶 以實心填滿">
            <a:extLst>
              <a:ext uri="{FF2B5EF4-FFF2-40B4-BE49-F238E27FC236}">
                <a16:creationId xmlns:a16="http://schemas.microsoft.com/office/drawing/2014/main" id="{CDD9442E-CD09-2F7A-7D2D-C5A1C8E8E3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3472" y="9151425"/>
            <a:ext cx="494082" cy="49408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9" name="圖形 8" descr="顯微鏡 以實心填滿">
            <a:extLst>
              <a:ext uri="{FF2B5EF4-FFF2-40B4-BE49-F238E27FC236}">
                <a16:creationId xmlns:a16="http://schemas.microsoft.com/office/drawing/2014/main" id="{2D49B0F9-BA1C-0076-3FB8-BF393B934F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3815" y="9145977"/>
            <a:ext cx="494082" cy="49408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916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81">
            <a:extLst>
              <a:ext uri="{FF2B5EF4-FFF2-40B4-BE49-F238E27FC236}">
                <a16:creationId xmlns:a16="http://schemas.microsoft.com/office/drawing/2014/main" id="{0C097F14-2496-B127-941A-24503ADC91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874"/>
            <a:ext cx="7762710" cy="1005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35393F-4CE8-5700-E49B-084F7D02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15" y="270517"/>
            <a:ext cx="3467542" cy="1120961"/>
          </a:xfrm>
        </p:spPr>
        <p:txBody>
          <a:bodyPr/>
          <a:lstStyle/>
          <a:p>
            <a:r>
              <a:rPr lang="zh-TW" altLang="zh-TW" sz="3600" b="1" dirty="0">
                <a:latin typeface="+mj-lt"/>
              </a:rPr>
              <a:t>客製化流程介紹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FA30BC-EE8C-7332-23E8-2C2EC17C2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668" y="1874520"/>
            <a:ext cx="6349365" cy="553998"/>
          </a:xfrm>
        </p:spPr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3296045A-1474-8520-EA8D-3E775554E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0023801"/>
              </p:ext>
            </p:extLst>
          </p:nvPr>
        </p:nvGraphicFramePr>
        <p:xfrm>
          <a:off x="534615" y="1609475"/>
          <a:ext cx="6206418" cy="7733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9C131C23-C6C3-F812-6542-D437430F94B0}"/>
              </a:ext>
            </a:extLst>
          </p:cNvPr>
          <p:cNvSpPr/>
          <p:nvPr/>
        </p:nvSpPr>
        <p:spPr>
          <a:xfrm>
            <a:off x="6848858" y="-9"/>
            <a:ext cx="923925" cy="6401435"/>
          </a:xfrm>
          <a:custGeom>
            <a:avLst/>
            <a:gdLst/>
            <a:ahLst/>
            <a:cxnLst/>
            <a:rect l="l" t="t" r="r" b="b"/>
            <a:pathLst>
              <a:path w="923925" h="6401435">
                <a:moveTo>
                  <a:pt x="923546" y="6400814"/>
                </a:moveTo>
                <a:lnTo>
                  <a:pt x="0" y="6400814"/>
                </a:lnTo>
                <a:lnTo>
                  <a:pt x="0" y="0"/>
                </a:lnTo>
                <a:lnTo>
                  <a:pt x="923546" y="0"/>
                </a:lnTo>
                <a:lnTo>
                  <a:pt x="923546" y="6400814"/>
                </a:lnTo>
                <a:close/>
              </a:path>
            </a:pathLst>
          </a:custGeom>
          <a:solidFill>
            <a:srgbClr val="FF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4E19677-A3A7-003C-7700-D394949F7BB3}"/>
              </a:ext>
            </a:extLst>
          </p:cNvPr>
          <p:cNvSpPr txBox="1"/>
          <p:nvPr/>
        </p:nvSpPr>
        <p:spPr>
          <a:xfrm>
            <a:off x="7110663" y="9756168"/>
            <a:ext cx="492096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Arial"/>
                <a:cs typeface="Arial"/>
              </a:rPr>
              <a:t>頁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lang="zh-TW" sz="900" spc="-10" dirty="0">
                <a:latin typeface="Arial"/>
                <a:cs typeface="Arial"/>
              </a:rPr>
              <a:t>13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07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424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280</Words>
  <Application>Microsoft Office PowerPoint</Application>
  <PresentationFormat>自訂</PresentationFormat>
  <Paragraphs>43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SimSun</vt:lpstr>
      <vt:lpstr>Aptos</vt:lpstr>
      <vt:lpstr>Arial</vt:lpstr>
      <vt:lpstr>Calibri</vt:lpstr>
      <vt:lpstr>Office Theme</vt:lpstr>
      <vt:lpstr>設備清單</vt:lpstr>
      <vt:lpstr>客製化流程介紹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 CHIN TECHNOLOGY INDUSTRY CO., LTD.</dc:title>
  <dc:creator>Visual Paradigm Online</dc:creator>
  <cp:lastModifiedBy>啟惟 黃</cp:lastModifiedBy>
  <cp:revision>2</cp:revision>
  <dcterms:created xsi:type="dcterms:W3CDTF">2024-07-01T07:56:55Z</dcterms:created>
  <dcterms:modified xsi:type="dcterms:W3CDTF">2024-08-08T02:32:39Z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2023-08-02T00:00:00Z</vt:filetime>
  </property>
  <property fmtid="{D5CDD505-2E9C-101B-9397-08002B2CF9AE}" pid="3" name="Creator">
    <vt:lpwstr>Visual Paradigm Online</vt:lpwstr>
  </property>
  <property fmtid="{D5CDD505-2E9C-101B-9397-08002B2CF9AE}" pid="4" name="LastSaved">
    <vt:filetime>2024-07-01T00:00:00Z</vt:filetime>
  </property>
  <property fmtid="{D5CDD505-2E9C-101B-9397-08002B2CF9AE}" pid="5" name="Producer">
    <vt:lpwstr>Visual Paradigm Online</vt:lpwstr>
  </property>
</Properties>
</file>