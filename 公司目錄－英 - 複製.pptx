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0" r:id="rId2"/>
    <p:sldId id="281" r:id="rId3"/>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96" userDrawn="1">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3036" y="66"/>
      </p:cViewPr>
      <p:guideLst>
        <p:guide orient="horz" pos="2896"/>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啟惟 黃" userId="295028675c722a23" providerId="LiveId" clId="{AC7854BB-1779-4EFD-85FD-33E312195528}"/>
    <pc:docChg chg="delSld">
      <pc:chgData name="啟惟 黃" userId="295028675c722a23" providerId="LiveId" clId="{AC7854BB-1779-4EFD-85FD-33E312195528}" dt="2024-08-08T02:23:44.045" v="1" actId="47"/>
      <pc:docMkLst>
        <pc:docMk/>
      </pc:docMkLst>
      <pc:sldChg chg="del">
        <pc:chgData name="啟惟 黃" userId="295028675c722a23" providerId="LiveId" clId="{AC7854BB-1779-4EFD-85FD-33E312195528}" dt="2024-08-08T02:23:41.617" v="0" actId="47"/>
        <pc:sldMkLst>
          <pc:docMk/>
          <pc:sldMk cId="0" sldId="256"/>
        </pc:sldMkLst>
      </pc:sldChg>
      <pc:sldChg chg="del">
        <pc:chgData name="啟惟 黃" userId="295028675c722a23" providerId="LiveId" clId="{AC7854BB-1779-4EFD-85FD-33E312195528}" dt="2024-08-08T02:23:44.045" v="1" actId="47"/>
        <pc:sldMkLst>
          <pc:docMk/>
          <pc:sldMk cId="0" sldId="267"/>
        </pc:sldMkLst>
      </pc:sldChg>
      <pc:sldChg chg="del">
        <pc:chgData name="啟惟 黃" userId="295028675c722a23" providerId="LiveId" clId="{AC7854BB-1779-4EFD-85FD-33E312195528}" dt="2024-08-08T02:23:41.617" v="0" actId="47"/>
        <pc:sldMkLst>
          <pc:docMk/>
          <pc:sldMk cId="2439693169" sldId="268"/>
        </pc:sldMkLst>
      </pc:sldChg>
      <pc:sldChg chg="del">
        <pc:chgData name="啟惟 黃" userId="295028675c722a23" providerId="LiveId" clId="{AC7854BB-1779-4EFD-85FD-33E312195528}" dt="2024-08-08T02:23:41.617" v="0" actId="47"/>
        <pc:sldMkLst>
          <pc:docMk/>
          <pc:sldMk cId="1345397876" sldId="269"/>
        </pc:sldMkLst>
      </pc:sldChg>
      <pc:sldChg chg="del">
        <pc:chgData name="啟惟 黃" userId="295028675c722a23" providerId="LiveId" clId="{AC7854BB-1779-4EFD-85FD-33E312195528}" dt="2024-08-08T02:23:41.617" v="0" actId="47"/>
        <pc:sldMkLst>
          <pc:docMk/>
          <pc:sldMk cId="1045514631" sldId="270"/>
        </pc:sldMkLst>
      </pc:sldChg>
      <pc:sldChg chg="del">
        <pc:chgData name="啟惟 黃" userId="295028675c722a23" providerId="LiveId" clId="{AC7854BB-1779-4EFD-85FD-33E312195528}" dt="2024-08-08T02:23:41.617" v="0" actId="47"/>
        <pc:sldMkLst>
          <pc:docMk/>
          <pc:sldMk cId="1799459812" sldId="271"/>
        </pc:sldMkLst>
      </pc:sldChg>
      <pc:sldChg chg="del">
        <pc:chgData name="啟惟 黃" userId="295028675c722a23" providerId="LiveId" clId="{AC7854BB-1779-4EFD-85FD-33E312195528}" dt="2024-08-08T02:23:41.617" v="0" actId="47"/>
        <pc:sldMkLst>
          <pc:docMk/>
          <pc:sldMk cId="4083161108" sldId="272"/>
        </pc:sldMkLst>
      </pc:sldChg>
      <pc:sldChg chg="del">
        <pc:chgData name="啟惟 黃" userId="295028675c722a23" providerId="LiveId" clId="{AC7854BB-1779-4EFD-85FD-33E312195528}" dt="2024-08-08T02:23:41.617" v="0" actId="47"/>
        <pc:sldMkLst>
          <pc:docMk/>
          <pc:sldMk cId="486173339" sldId="273"/>
        </pc:sldMkLst>
      </pc:sldChg>
      <pc:sldChg chg="del">
        <pc:chgData name="啟惟 黃" userId="295028675c722a23" providerId="LiveId" clId="{AC7854BB-1779-4EFD-85FD-33E312195528}" dt="2024-08-08T02:23:41.617" v="0" actId="47"/>
        <pc:sldMkLst>
          <pc:docMk/>
          <pc:sldMk cId="1111755251" sldId="274"/>
        </pc:sldMkLst>
      </pc:sldChg>
      <pc:sldChg chg="del">
        <pc:chgData name="啟惟 黃" userId="295028675c722a23" providerId="LiveId" clId="{AC7854BB-1779-4EFD-85FD-33E312195528}" dt="2024-08-08T02:23:41.617" v="0" actId="47"/>
        <pc:sldMkLst>
          <pc:docMk/>
          <pc:sldMk cId="68873661" sldId="275"/>
        </pc:sldMkLst>
      </pc:sldChg>
      <pc:sldChg chg="del">
        <pc:chgData name="啟惟 黃" userId="295028675c722a23" providerId="LiveId" clId="{AC7854BB-1779-4EFD-85FD-33E312195528}" dt="2024-08-08T02:23:41.617" v="0" actId="47"/>
        <pc:sldMkLst>
          <pc:docMk/>
          <pc:sldMk cId="2381113411" sldId="276"/>
        </pc:sldMkLst>
      </pc:sldChg>
      <pc:sldChg chg="del">
        <pc:chgData name="啟惟 黃" userId="295028675c722a23" providerId="LiveId" clId="{AC7854BB-1779-4EFD-85FD-33E312195528}" dt="2024-08-08T02:23:41.617" v="0" actId="47"/>
        <pc:sldMkLst>
          <pc:docMk/>
          <pc:sldMk cId="2629191324" sldId="277"/>
        </pc:sldMkLst>
      </pc:sldChg>
      <pc:sldChg chg="del">
        <pc:chgData name="啟惟 黃" userId="295028675c722a23" providerId="LiveId" clId="{AC7854BB-1779-4EFD-85FD-33E312195528}" dt="2024-08-08T02:23:41.617" v="0" actId="47"/>
        <pc:sldMkLst>
          <pc:docMk/>
          <pc:sldMk cId="997537116" sldId="278"/>
        </pc:sldMkLst>
      </pc:sldChg>
      <pc:sldChg chg="del">
        <pc:chgData name="啟惟 黃" userId="295028675c722a23" providerId="LiveId" clId="{AC7854BB-1779-4EFD-85FD-33E312195528}" dt="2024-08-08T02:23:41.617" v="0" actId="47"/>
        <pc:sldMkLst>
          <pc:docMk/>
          <pc:sldMk cId="2165242777" sldId="279"/>
        </pc:sldMkLst>
      </pc:sldChg>
    </pc:docChg>
  </pc:docChgLst>
  <pc:docChgLst>
    <pc:chgData name="啟惟 黃" userId="295028675c722a23" providerId="LiveId" clId="{5DB51548-4040-4721-BFBE-F5C1C5C4872B}"/>
    <pc:docChg chg="undo redo custSel addSld delSld modSld sldOrd">
      <pc:chgData name="啟惟 黃" userId="295028675c722a23" providerId="LiveId" clId="{5DB51548-4040-4721-BFBE-F5C1C5C4872B}" dt="2024-07-03T15:59:11.671" v="941" actId="1076"/>
      <pc:docMkLst>
        <pc:docMk/>
      </pc:docMkLst>
      <pc:sldChg chg="del">
        <pc:chgData name="啟惟 黃" userId="295028675c722a23" providerId="LiveId" clId="{5DB51548-4040-4721-BFBE-F5C1C5C4872B}" dt="2024-07-01T16:13:50.506" v="16" actId="2696"/>
        <pc:sldMkLst>
          <pc:docMk/>
          <pc:sldMk cId="0" sldId="257"/>
        </pc:sldMkLst>
      </pc:sldChg>
      <pc:sldChg chg="modSp del mod">
        <pc:chgData name="啟惟 黃" userId="295028675c722a23" providerId="LiveId" clId="{5DB51548-4040-4721-BFBE-F5C1C5C4872B}" dt="2024-07-01T16:36:03.557" v="89" actId="2696"/>
        <pc:sldMkLst>
          <pc:docMk/>
          <pc:sldMk cId="0" sldId="258"/>
        </pc:sldMkLst>
        <pc:spChg chg="mod">
          <ac:chgData name="啟惟 黃" userId="295028675c722a23" providerId="LiveId" clId="{5DB51548-4040-4721-BFBE-F5C1C5C4872B}" dt="2024-07-01T16:29:47.900" v="72" actId="1076"/>
          <ac:spMkLst>
            <pc:docMk/>
            <pc:sldMk cId="0" sldId="258"/>
            <ac:spMk id="5" creationId="{00000000-0000-0000-0000-000000000000}"/>
          </ac:spMkLst>
        </pc:spChg>
        <pc:spChg chg="mod">
          <ac:chgData name="啟惟 黃" userId="295028675c722a23" providerId="LiveId" clId="{5DB51548-4040-4721-BFBE-F5C1C5C4872B}" dt="2024-07-01T16:29:03.455" v="62" actId="1076"/>
          <ac:spMkLst>
            <pc:docMk/>
            <pc:sldMk cId="0" sldId="258"/>
            <ac:spMk id="6" creationId="{00000000-0000-0000-0000-000000000000}"/>
          </ac:spMkLst>
        </pc:spChg>
        <pc:grpChg chg="mod">
          <ac:chgData name="啟惟 黃" userId="295028675c722a23" providerId="LiveId" clId="{5DB51548-4040-4721-BFBE-F5C1C5C4872B}" dt="2024-07-01T16:28:10.098" v="54" actId="1076"/>
          <ac:grpSpMkLst>
            <pc:docMk/>
            <pc:sldMk cId="0" sldId="258"/>
            <ac:grpSpMk id="4" creationId="{00000000-0000-0000-0000-000000000000}"/>
          </ac:grpSpMkLst>
        </pc:grpChg>
        <pc:picChg chg="mod">
          <ac:chgData name="啟惟 黃" userId="295028675c722a23" providerId="LiveId" clId="{5DB51548-4040-4721-BFBE-F5C1C5C4872B}" dt="2024-07-01T16:28:57.112" v="61" actId="1076"/>
          <ac:picMkLst>
            <pc:docMk/>
            <pc:sldMk cId="0" sldId="258"/>
            <ac:picMk id="2" creationId="{00000000-0000-0000-0000-000000000000}"/>
          </ac:picMkLst>
        </pc:picChg>
      </pc:sldChg>
      <pc:sldChg chg="delSp modSp del mod">
        <pc:chgData name="啟惟 黃" userId="295028675c722a23" providerId="LiveId" clId="{5DB51548-4040-4721-BFBE-F5C1C5C4872B}" dt="2024-07-01T17:01:16.980" v="265" actId="2696"/>
        <pc:sldMkLst>
          <pc:docMk/>
          <pc:sldMk cId="0" sldId="259"/>
        </pc:sldMkLst>
        <pc:picChg chg="del mod">
          <ac:chgData name="啟惟 黃" userId="295028675c722a23" providerId="LiveId" clId="{5DB51548-4040-4721-BFBE-F5C1C5C4872B}" dt="2024-07-01T17:00:40.086" v="262" actId="478"/>
          <ac:picMkLst>
            <pc:docMk/>
            <pc:sldMk cId="0" sldId="259"/>
            <ac:picMk id="81" creationId="{00000000-0000-0000-0000-000000000000}"/>
          </ac:picMkLst>
        </pc:picChg>
      </pc:sldChg>
      <pc:sldChg chg="addSp delSp modSp del mod">
        <pc:chgData name="啟惟 黃" userId="295028675c722a23" providerId="LiveId" clId="{5DB51548-4040-4721-BFBE-F5C1C5C4872B}" dt="2024-07-01T17:10:42.356" v="359" actId="2696"/>
        <pc:sldMkLst>
          <pc:docMk/>
          <pc:sldMk cId="0" sldId="260"/>
        </pc:sldMkLst>
        <pc:spChg chg="del mod">
          <ac:chgData name="啟惟 黃" userId="295028675c722a23" providerId="LiveId" clId="{5DB51548-4040-4721-BFBE-F5C1C5C4872B}" dt="2024-07-01T17:07:36.825" v="335" actId="478"/>
          <ac:spMkLst>
            <pc:docMk/>
            <pc:sldMk cId="0" sldId="260"/>
            <ac:spMk id="3" creationId="{00000000-0000-0000-0000-000000000000}"/>
          </ac:spMkLst>
        </pc:spChg>
        <pc:spChg chg="del">
          <ac:chgData name="啟惟 黃" userId="295028675c722a23" providerId="LiveId" clId="{5DB51548-4040-4721-BFBE-F5C1C5C4872B}" dt="2024-07-01T17:07:35.332" v="334" actId="478"/>
          <ac:spMkLst>
            <pc:docMk/>
            <pc:sldMk cId="0" sldId="260"/>
            <ac:spMk id="9" creationId="{00000000-0000-0000-0000-000000000000}"/>
          </ac:spMkLst>
        </pc:spChg>
        <pc:spChg chg="add mod">
          <ac:chgData name="啟惟 黃" userId="295028675c722a23" providerId="LiveId" clId="{5DB51548-4040-4721-BFBE-F5C1C5C4872B}" dt="2024-07-01T17:07:36.825" v="335" actId="478"/>
          <ac:spMkLst>
            <pc:docMk/>
            <pc:sldMk cId="0" sldId="260"/>
            <ac:spMk id="71" creationId="{772E9A23-7D79-8B61-268F-CF1DC7522DEB}"/>
          </ac:spMkLst>
        </pc:spChg>
        <pc:grpChg chg="del mod">
          <ac:chgData name="啟惟 黃" userId="295028675c722a23" providerId="LiveId" clId="{5DB51548-4040-4721-BFBE-F5C1C5C4872B}" dt="2024-07-01T17:06:58.625" v="330" actId="478"/>
          <ac:grpSpMkLst>
            <pc:docMk/>
            <pc:sldMk cId="0" sldId="260"/>
            <ac:grpSpMk id="4" creationId="{00000000-0000-0000-0000-000000000000}"/>
          </ac:grpSpMkLst>
        </pc:grpChg>
        <pc:picChg chg="del mod">
          <ac:chgData name="啟惟 黃" userId="295028675c722a23" providerId="LiveId" clId="{5DB51548-4040-4721-BFBE-F5C1C5C4872B}" dt="2024-07-01T17:06:57.906" v="329" actId="478"/>
          <ac:picMkLst>
            <pc:docMk/>
            <pc:sldMk cId="0" sldId="260"/>
            <ac:picMk id="2" creationId="{00000000-0000-0000-0000-000000000000}"/>
          </ac:picMkLst>
        </pc:picChg>
      </pc:sldChg>
      <pc:sldChg chg="del">
        <pc:chgData name="啟惟 黃" userId="295028675c722a23" providerId="LiveId" clId="{5DB51548-4040-4721-BFBE-F5C1C5C4872B}" dt="2024-07-01T18:02:41.226" v="691" actId="2696"/>
        <pc:sldMkLst>
          <pc:docMk/>
          <pc:sldMk cId="0" sldId="261"/>
        </pc:sldMkLst>
      </pc:sldChg>
      <pc:sldChg chg="delSp modSp del mod">
        <pc:chgData name="啟惟 黃" userId="295028675c722a23" providerId="LiveId" clId="{5DB51548-4040-4721-BFBE-F5C1C5C4872B}" dt="2024-07-02T16:56:54.390" v="899" actId="2696"/>
        <pc:sldMkLst>
          <pc:docMk/>
          <pc:sldMk cId="0" sldId="262"/>
        </pc:sldMkLst>
        <pc:picChg chg="del mod">
          <ac:chgData name="啟惟 黃" userId="295028675c722a23" providerId="LiveId" clId="{5DB51548-4040-4721-BFBE-F5C1C5C4872B}" dt="2024-07-01T18:03:51.837" v="694" actId="21"/>
          <ac:picMkLst>
            <pc:docMk/>
            <pc:sldMk cId="0" sldId="262"/>
            <ac:picMk id="2" creationId="{00000000-0000-0000-0000-000000000000}"/>
          </ac:picMkLst>
        </pc:picChg>
      </pc:sldChg>
      <pc:sldChg chg="modSp mod">
        <pc:chgData name="啟惟 黃" userId="295028675c722a23" providerId="LiveId" clId="{5DB51548-4040-4721-BFBE-F5C1C5C4872B}" dt="2024-07-03T15:59:11.671" v="941" actId="1076"/>
        <pc:sldMkLst>
          <pc:docMk/>
          <pc:sldMk cId="0" sldId="263"/>
        </pc:sldMkLst>
        <pc:grpChg chg="mod">
          <ac:chgData name="啟惟 黃" userId="295028675c722a23" providerId="LiveId" clId="{5DB51548-4040-4721-BFBE-F5C1C5C4872B}" dt="2024-07-03T15:59:11.671" v="941" actId="1076"/>
          <ac:grpSpMkLst>
            <pc:docMk/>
            <pc:sldMk cId="0" sldId="263"/>
            <ac:grpSpMk id="18" creationId="{00000000-0000-0000-0000-000000000000}"/>
          </ac:grpSpMkLst>
        </pc:grpChg>
        <pc:grpChg chg="mod">
          <ac:chgData name="啟惟 黃" userId="295028675c722a23" providerId="LiveId" clId="{5DB51548-4040-4721-BFBE-F5C1C5C4872B}" dt="2024-07-03T15:44:19.307" v="929" actId="1076"/>
          <ac:grpSpMkLst>
            <pc:docMk/>
            <pc:sldMk cId="0" sldId="263"/>
            <ac:grpSpMk id="35" creationId="{00000000-0000-0000-0000-000000000000}"/>
          </ac:grpSpMkLst>
        </pc:grpChg>
        <pc:graphicFrameChg chg="modGraphic">
          <ac:chgData name="啟惟 黃" userId="295028675c722a23" providerId="LiveId" clId="{5DB51548-4040-4721-BFBE-F5C1C5C4872B}" dt="2024-07-03T15:50:48.305" v="936" actId="14734"/>
          <ac:graphicFrameMkLst>
            <pc:docMk/>
            <pc:sldMk cId="0" sldId="263"/>
            <ac:graphicFrameMk id="76" creationId="{00000000-0000-0000-0000-000000000000}"/>
          </ac:graphicFrameMkLst>
        </pc:graphicFrameChg>
        <pc:picChg chg="mod">
          <ac:chgData name="啟惟 黃" userId="295028675c722a23" providerId="LiveId" clId="{5DB51548-4040-4721-BFBE-F5C1C5C4872B}" dt="2024-07-02T16:28:18.509" v="886" actId="1076"/>
          <ac:picMkLst>
            <pc:docMk/>
            <pc:sldMk cId="0" sldId="263"/>
            <ac:picMk id="77" creationId="{00000000-0000-0000-0000-000000000000}"/>
          </ac:picMkLst>
        </pc:picChg>
      </pc:sldChg>
      <pc:sldChg chg="modSp mod">
        <pc:chgData name="啟惟 黃" userId="295028675c722a23" providerId="LiveId" clId="{5DB51548-4040-4721-BFBE-F5C1C5C4872B}" dt="2024-07-01T16:30:25.240" v="78" actId="1076"/>
        <pc:sldMkLst>
          <pc:docMk/>
          <pc:sldMk cId="2439693169" sldId="268"/>
        </pc:sldMkLst>
        <pc:spChg chg="mod">
          <ac:chgData name="啟惟 黃" userId="295028675c722a23" providerId="LiveId" clId="{5DB51548-4040-4721-BFBE-F5C1C5C4872B}" dt="2024-07-01T16:30:25.240" v="78" actId="1076"/>
          <ac:spMkLst>
            <pc:docMk/>
            <pc:sldMk cId="2439693169" sldId="268"/>
            <ac:spMk id="6" creationId="{625E34C2-06CA-FD8A-9ECC-5831B36EDCB1}"/>
          </ac:spMkLst>
        </pc:spChg>
        <pc:spChg chg="mod">
          <ac:chgData name="啟惟 黃" userId="295028675c722a23" providerId="LiveId" clId="{5DB51548-4040-4721-BFBE-F5C1C5C4872B}" dt="2024-07-01T16:12:01.753" v="15"/>
          <ac:spMkLst>
            <pc:docMk/>
            <pc:sldMk cId="2439693169" sldId="268"/>
            <ac:spMk id="7" creationId="{E47DA7CC-2207-A5A5-F022-E4B656D6809C}"/>
          </ac:spMkLst>
        </pc:spChg>
      </pc:sldChg>
      <pc:sldChg chg="new del">
        <pc:chgData name="啟惟 黃" userId="295028675c722a23" providerId="LiveId" clId="{5DB51548-4040-4721-BFBE-F5C1C5C4872B}" dt="2024-07-01T16:14:05.416" v="18" actId="2696"/>
        <pc:sldMkLst>
          <pc:docMk/>
          <pc:sldMk cId="91337324" sldId="269"/>
        </pc:sldMkLst>
      </pc:sldChg>
      <pc:sldChg chg="addSp delSp modSp new mod">
        <pc:chgData name="啟惟 黃" userId="295028675c722a23" providerId="LiveId" clId="{5DB51548-4040-4721-BFBE-F5C1C5C4872B}" dt="2024-07-02T16:55:42.076" v="894" actId="688"/>
        <pc:sldMkLst>
          <pc:docMk/>
          <pc:sldMk cId="1345397876" sldId="269"/>
        </pc:sldMkLst>
        <pc:spChg chg="mod">
          <ac:chgData name="啟惟 黃" userId="295028675c722a23" providerId="LiveId" clId="{5DB51548-4040-4721-BFBE-F5C1C5C4872B}" dt="2024-07-01T16:35:21.329" v="86" actId="1076"/>
          <ac:spMkLst>
            <pc:docMk/>
            <pc:sldMk cId="1345397876" sldId="269"/>
            <ac:spMk id="2" creationId="{8D998770-5487-B9B6-63FF-3DFE05C6EEAD}"/>
          </ac:spMkLst>
        </pc:spChg>
        <pc:spChg chg="mod">
          <ac:chgData name="啟惟 黃" userId="295028675c722a23" providerId="LiveId" clId="{5DB51548-4040-4721-BFBE-F5C1C5C4872B}" dt="2024-07-01T18:11:29.533" v="753" actId="1076"/>
          <ac:spMkLst>
            <pc:docMk/>
            <pc:sldMk cId="1345397876" sldId="269"/>
            <ac:spMk id="3" creationId="{0FC5DE20-9010-094D-E5FA-3AC881BECE23}"/>
          </ac:spMkLst>
        </pc:spChg>
        <pc:spChg chg="add mod">
          <ac:chgData name="啟惟 黃" userId="295028675c722a23" providerId="LiveId" clId="{5DB51548-4040-4721-BFBE-F5C1C5C4872B}" dt="2024-07-01T16:35:42.332" v="88" actId="14100"/>
          <ac:spMkLst>
            <pc:docMk/>
            <pc:sldMk cId="1345397876" sldId="269"/>
            <ac:spMk id="6" creationId="{9D65BCE3-0BB6-059C-4976-CA2A16D44376}"/>
          </ac:spMkLst>
        </pc:spChg>
        <pc:spChg chg="add del mod">
          <ac:chgData name="啟惟 黃" userId="295028675c722a23" providerId="LiveId" clId="{5DB51548-4040-4721-BFBE-F5C1C5C4872B}" dt="2024-07-01T16:29:43.464" v="71" actId="478"/>
          <ac:spMkLst>
            <pc:docMk/>
            <pc:sldMk cId="1345397876" sldId="269"/>
            <ac:spMk id="7" creationId="{939A1B08-0739-E3EB-86D7-AE6040E97596}"/>
          </ac:spMkLst>
        </pc:spChg>
        <pc:spChg chg="add mod">
          <ac:chgData name="啟惟 黃" userId="295028675c722a23" providerId="LiveId" clId="{5DB51548-4040-4721-BFBE-F5C1C5C4872B}" dt="2024-07-01T18:11:35.511" v="770" actId="1036"/>
          <ac:spMkLst>
            <pc:docMk/>
            <pc:sldMk cId="1345397876" sldId="269"/>
            <ac:spMk id="8" creationId="{0DE6A30A-A464-9909-2BC5-CE1C89EA5777}"/>
          </ac:spMkLst>
        </pc:spChg>
        <pc:spChg chg="add mod">
          <ac:chgData name="啟惟 黃" userId="295028675c722a23" providerId="LiveId" clId="{5DB51548-4040-4721-BFBE-F5C1C5C4872B}" dt="2024-07-01T16:30:56.158" v="80"/>
          <ac:spMkLst>
            <pc:docMk/>
            <pc:sldMk cId="1345397876" sldId="269"/>
            <ac:spMk id="9" creationId="{FEFFA316-DC41-3A48-1B3E-6C343BE57DB0}"/>
          </ac:spMkLst>
        </pc:spChg>
        <pc:picChg chg="add mod ord">
          <ac:chgData name="啟惟 黃" userId="295028675c722a23" providerId="LiveId" clId="{5DB51548-4040-4721-BFBE-F5C1C5C4872B}" dt="2024-07-01T18:11:23.109" v="752" actId="1076"/>
          <ac:picMkLst>
            <pc:docMk/>
            <pc:sldMk cId="1345397876" sldId="269"/>
            <ac:picMk id="4" creationId="{821BC8DD-5C87-5837-0425-110A16495840}"/>
          </ac:picMkLst>
        </pc:picChg>
        <pc:picChg chg="add mod">
          <ac:chgData name="啟惟 黃" userId="295028675c722a23" providerId="LiveId" clId="{5DB51548-4040-4721-BFBE-F5C1C5C4872B}" dt="2024-07-01T18:04:59.099" v="706" actId="1076"/>
          <ac:picMkLst>
            <pc:docMk/>
            <pc:sldMk cId="1345397876" sldId="269"/>
            <ac:picMk id="5" creationId="{7CE51904-B6DB-A806-EE64-1788D7DB6614}"/>
          </ac:picMkLst>
        </pc:picChg>
        <pc:picChg chg="add">
          <ac:chgData name="啟惟 黃" userId="295028675c722a23" providerId="LiveId" clId="{5DB51548-4040-4721-BFBE-F5C1C5C4872B}" dt="2024-07-01T18:05:37.294" v="707"/>
          <ac:picMkLst>
            <pc:docMk/>
            <pc:sldMk cId="1345397876" sldId="269"/>
            <ac:picMk id="7" creationId="{A9A15959-A637-29C5-6E72-3EBFD2D192AA}"/>
          </ac:picMkLst>
        </pc:picChg>
        <pc:picChg chg="add mod ord">
          <ac:chgData name="啟惟 黃" userId="295028675c722a23" providerId="LiveId" clId="{5DB51548-4040-4721-BFBE-F5C1C5C4872B}" dt="2024-07-02T16:55:42.076" v="894" actId="688"/>
          <ac:picMkLst>
            <pc:docMk/>
            <pc:sldMk cId="1345397876" sldId="269"/>
            <ac:picMk id="11" creationId="{A98076D3-413A-E6DF-DA59-41521A39B311}"/>
          </ac:picMkLst>
        </pc:picChg>
        <pc:picChg chg="add del mod">
          <ac:chgData name="啟惟 黃" userId="295028675c722a23" providerId="LiveId" clId="{5DB51548-4040-4721-BFBE-F5C1C5C4872B}" dt="2024-07-01T18:09:56.765" v="725" actId="478"/>
          <ac:picMkLst>
            <pc:docMk/>
            <pc:sldMk cId="1345397876" sldId="269"/>
            <ac:picMk id="13" creationId="{503CCF1C-0AFB-2BD9-00FB-0AEC53B2AC79}"/>
          </ac:picMkLst>
        </pc:picChg>
        <pc:picChg chg="add mod">
          <ac:chgData name="啟惟 黃" userId="295028675c722a23" providerId="LiveId" clId="{5DB51548-4040-4721-BFBE-F5C1C5C4872B}" dt="2024-07-01T18:10:50.775" v="745" actId="1076"/>
          <ac:picMkLst>
            <pc:docMk/>
            <pc:sldMk cId="1345397876" sldId="269"/>
            <ac:picMk id="15" creationId="{ED7B2639-B843-0C01-78B0-F879655C0669}"/>
          </ac:picMkLst>
        </pc:picChg>
      </pc:sldChg>
      <pc:sldChg chg="addSp delSp modSp new mod">
        <pc:chgData name="啟惟 黃" userId="295028675c722a23" providerId="LiveId" clId="{5DB51548-4040-4721-BFBE-F5C1C5C4872B}" dt="2024-07-02T16:27:50.664" v="883" actId="20577"/>
        <pc:sldMkLst>
          <pc:docMk/>
          <pc:sldMk cId="1045514631" sldId="270"/>
        </pc:sldMkLst>
        <pc:spChg chg="mod">
          <ac:chgData name="啟惟 黃" userId="295028675c722a23" providerId="LiveId" clId="{5DB51548-4040-4721-BFBE-F5C1C5C4872B}" dt="2024-07-01T17:00:34.285" v="260" actId="14100"/>
          <ac:spMkLst>
            <pc:docMk/>
            <pc:sldMk cId="1045514631" sldId="270"/>
            <ac:spMk id="2" creationId="{ECF95FC4-D6B0-8438-8EDE-7E7D13F646AF}"/>
          </ac:spMkLst>
        </pc:spChg>
        <pc:spChg chg="mod">
          <ac:chgData name="啟惟 黃" userId="295028675c722a23" providerId="LiveId" clId="{5DB51548-4040-4721-BFBE-F5C1C5C4872B}" dt="2024-07-01T17:02:01.472" v="269" actId="12"/>
          <ac:spMkLst>
            <pc:docMk/>
            <pc:sldMk cId="1045514631" sldId="270"/>
            <ac:spMk id="3" creationId="{709BF6C5-A7C6-EED4-1842-D744DE2F8A59}"/>
          </ac:spMkLst>
        </pc:spChg>
        <pc:spChg chg="add mod ord topLvl">
          <ac:chgData name="啟惟 黃" userId="295028675c722a23" providerId="LiveId" clId="{5DB51548-4040-4721-BFBE-F5C1C5C4872B}" dt="2024-07-01T16:42:53.422" v="125" actId="34136"/>
          <ac:spMkLst>
            <pc:docMk/>
            <pc:sldMk cId="1045514631" sldId="270"/>
            <ac:spMk id="5" creationId="{0AFDEB6B-FC74-91E5-13E0-67AA84EFE7E0}"/>
          </ac:spMkLst>
        </pc:spChg>
        <pc:spChg chg="add mod">
          <ac:chgData name="啟惟 黃" userId="295028675c722a23" providerId="LiveId" clId="{5DB51548-4040-4721-BFBE-F5C1C5C4872B}" dt="2024-07-02T16:27:50.664" v="883" actId="20577"/>
          <ac:spMkLst>
            <pc:docMk/>
            <pc:sldMk cId="1045514631" sldId="270"/>
            <ac:spMk id="6" creationId="{79F36E18-07CF-0C5B-FDB8-7464AC6C0BD5}"/>
          </ac:spMkLst>
        </pc:spChg>
        <pc:spChg chg="add">
          <ac:chgData name="啟惟 黃" userId="295028675c722a23" providerId="LiveId" clId="{5DB51548-4040-4721-BFBE-F5C1C5C4872B}" dt="2024-07-01T16:43:14.046" v="127"/>
          <ac:spMkLst>
            <pc:docMk/>
            <pc:sldMk cId="1045514631" sldId="270"/>
            <ac:spMk id="8" creationId="{81BDB5EC-C68F-413E-8A08-9621EB28CAF9}"/>
          </ac:spMkLst>
        </pc:spChg>
        <pc:spChg chg="add">
          <ac:chgData name="啟惟 黃" userId="295028675c722a23" providerId="LiveId" clId="{5DB51548-4040-4721-BFBE-F5C1C5C4872B}" dt="2024-07-01T16:43:14.046" v="127"/>
          <ac:spMkLst>
            <pc:docMk/>
            <pc:sldMk cId="1045514631" sldId="270"/>
            <ac:spMk id="9" creationId="{4F4CBA3E-75AC-6358-1380-426C7367159A}"/>
          </ac:spMkLst>
        </pc:spChg>
        <pc:spChg chg="add">
          <ac:chgData name="啟惟 黃" userId="295028675c722a23" providerId="LiveId" clId="{5DB51548-4040-4721-BFBE-F5C1C5C4872B}" dt="2024-07-01T16:43:14.046" v="127"/>
          <ac:spMkLst>
            <pc:docMk/>
            <pc:sldMk cId="1045514631" sldId="270"/>
            <ac:spMk id="10" creationId="{9CEF7E97-A776-EF6C-B759-516AC7615326}"/>
          </ac:spMkLst>
        </pc:spChg>
        <pc:grpChg chg="add del mod">
          <ac:chgData name="啟惟 黃" userId="295028675c722a23" providerId="LiveId" clId="{5DB51548-4040-4721-BFBE-F5C1C5C4872B}" dt="2024-07-01T16:40:58.638" v="107" actId="165"/>
          <ac:grpSpMkLst>
            <pc:docMk/>
            <pc:sldMk cId="1045514631" sldId="270"/>
            <ac:grpSpMk id="6" creationId="{33C8548F-626A-8ED2-8CEA-C2B866950831}"/>
          </ac:grpSpMkLst>
        </pc:grpChg>
        <pc:grpChg chg="add mod ord">
          <ac:chgData name="啟惟 黃" userId="295028675c722a23" providerId="LiveId" clId="{5DB51548-4040-4721-BFBE-F5C1C5C4872B}" dt="2024-07-01T16:56:19.963" v="235" actId="1076"/>
          <ac:grpSpMkLst>
            <pc:docMk/>
            <pc:sldMk cId="1045514631" sldId="270"/>
            <ac:grpSpMk id="7" creationId="{861EB9D8-2689-7E5E-0A60-6063C01CA781}"/>
          </ac:grpSpMkLst>
        </pc:grpChg>
        <pc:graphicFrameChg chg="add del mod modGraphic">
          <ac:chgData name="啟惟 黃" userId="295028675c722a23" providerId="LiveId" clId="{5DB51548-4040-4721-BFBE-F5C1C5C4872B}" dt="2024-07-01T16:50:22.142" v="188" actId="1032"/>
          <ac:graphicFrameMkLst>
            <pc:docMk/>
            <pc:sldMk cId="1045514631" sldId="270"/>
            <ac:graphicFrameMk id="11" creationId="{1BB5D36B-788B-A015-2070-5D6876C5767A}"/>
          </ac:graphicFrameMkLst>
        </pc:graphicFrameChg>
        <pc:graphicFrameChg chg="add del mod modGraphic">
          <ac:chgData name="啟惟 黃" userId="295028675c722a23" providerId="LiveId" clId="{5DB51548-4040-4721-BFBE-F5C1C5C4872B}" dt="2024-07-01T16:52:35.730" v="214" actId="478"/>
          <ac:graphicFrameMkLst>
            <pc:docMk/>
            <pc:sldMk cId="1045514631" sldId="270"/>
            <ac:graphicFrameMk id="12" creationId="{D0186546-2419-1222-2596-6145AAC8ABCD}"/>
          </ac:graphicFrameMkLst>
        </pc:graphicFrameChg>
        <pc:graphicFrameChg chg="add del mod modGraphic">
          <ac:chgData name="啟惟 黃" userId="295028675c722a23" providerId="LiveId" clId="{5DB51548-4040-4721-BFBE-F5C1C5C4872B}" dt="2024-07-01T16:53:44.944" v="228" actId="478"/>
          <ac:graphicFrameMkLst>
            <pc:docMk/>
            <pc:sldMk cId="1045514631" sldId="270"/>
            <ac:graphicFrameMk id="15" creationId="{3AB77890-73BC-1FD8-7F5B-1DCBA5CC70B4}"/>
          </ac:graphicFrameMkLst>
        </pc:graphicFrameChg>
        <pc:picChg chg="add mod ord topLvl">
          <ac:chgData name="啟惟 黃" userId="295028675c722a23" providerId="LiveId" clId="{5DB51548-4040-4721-BFBE-F5C1C5C4872B}" dt="2024-07-01T16:42:53.422" v="125" actId="34136"/>
          <ac:picMkLst>
            <pc:docMk/>
            <pc:sldMk cId="1045514631" sldId="270"/>
            <ac:picMk id="4" creationId="{6B4DBCEB-A6DD-7530-F67C-344C8BA74496}"/>
          </ac:picMkLst>
        </pc:picChg>
        <pc:picChg chg="add mod">
          <ac:chgData name="啟惟 黃" userId="295028675c722a23" providerId="LiveId" clId="{5DB51548-4040-4721-BFBE-F5C1C5C4872B}" dt="2024-07-01T17:02:17.584" v="273" actId="1036"/>
          <ac:picMkLst>
            <pc:docMk/>
            <pc:sldMk cId="1045514631" sldId="270"/>
            <ac:picMk id="16" creationId="{85D3D716-16FE-EB52-F987-68430C9C2D59}"/>
          </ac:picMkLst>
        </pc:picChg>
        <pc:picChg chg="add mod">
          <ac:chgData name="啟惟 黃" userId="295028675c722a23" providerId="LiveId" clId="{5DB51548-4040-4721-BFBE-F5C1C5C4872B}" dt="2024-07-01T17:02:17.584" v="273" actId="1036"/>
          <ac:picMkLst>
            <pc:docMk/>
            <pc:sldMk cId="1045514631" sldId="270"/>
            <ac:picMk id="17" creationId="{6C0C9BAD-8A78-3F90-4059-10E2717B8497}"/>
          </ac:picMkLst>
        </pc:picChg>
        <pc:picChg chg="add mod">
          <ac:chgData name="啟惟 黃" userId="295028675c722a23" providerId="LiveId" clId="{5DB51548-4040-4721-BFBE-F5C1C5C4872B}" dt="2024-07-01T17:02:17.584" v="273" actId="1036"/>
          <ac:picMkLst>
            <pc:docMk/>
            <pc:sldMk cId="1045514631" sldId="270"/>
            <ac:picMk id="18" creationId="{28B42417-8CF0-EEA6-8065-15474DF510B1}"/>
          </ac:picMkLst>
        </pc:picChg>
      </pc:sldChg>
      <pc:sldChg chg="addSp delSp modSp new mod">
        <pc:chgData name="啟惟 黃" userId="295028675c722a23" providerId="LiveId" clId="{5DB51548-4040-4721-BFBE-F5C1C5C4872B}" dt="2024-07-02T16:56:27.354" v="898" actId="207"/>
        <pc:sldMkLst>
          <pc:docMk/>
          <pc:sldMk cId="1799459812" sldId="271"/>
        </pc:sldMkLst>
        <pc:spChg chg="del mod">
          <ac:chgData name="啟惟 黃" userId="295028675c722a23" providerId="LiveId" clId="{5DB51548-4040-4721-BFBE-F5C1C5C4872B}" dt="2024-07-01T17:03:21.497" v="281" actId="478"/>
          <ac:spMkLst>
            <pc:docMk/>
            <pc:sldMk cId="1799459812" sldId="271"/>
            <ac:spMk id="2" creationId="{686F1846-0266-BEF9-7A35-B6F63CAFFC52}"/>
          </ac:spMkLst>
        </pc:spChg>
        <pc:spChg chg="del">
          <ac:chgData name="啟惟 黃" userId="295028675c722a23" providerId="LiveId" clId="{5DB51548-4040-4721-BFBE-F5C1C5C4872B}" dt="2024-07-01T17:04:06.041" v="292" actId="478"/>
          <ac:spMkLst>
            <pc:docMk/>
            <pc:sldMk cId="1799459812" sldId="271"/>
            <ac:spMk id="3" creationId="{8F653387-D31A-0A40-7576-0774C1FB3017}"/>
          </ac:spMkLst>
        </pc:spChg>
        <pc:spChg chg="add del mod">
          <ac:chgData name="啟惟 黃" userId="295028675c722a23" providerId="LiveId" clId="{5DB51548-4040-4721-BFBE-F5C1C5C4872B}" dt="2024-07-01T17:35:54.876" v="509" actId="478"/>
          <ac:spMkLst>
            <pc:docMk/>
            <pc:sldMk cId="1799459812" sldId="271"/>
            <ac:spMk id="3" creationId="{BD4D6CB5-7520-0BE3-F820-9DA458AFF247}"/>
          </ac:spMkLst>
        </pc:spChg>
        <pc:spChg chg="add del mod">
          <ac:chgData name="啟惟 黃" userId="295028675c722a23" providerId="LiveId" clId="{5DB51548-4040-4721-BFBE-F5C1C5C4872B}" dt="2024-07-01T17:30:46.554" v="394" actId="22"/>
          <ac:spMkLst>
            <pc:docMk/>
            <pc:sldMk cId="1799459812" sldId="271"/>
            <ac:spMk id="5" creationId="{8E488FAC-D0CB-0D70-B0C0-8322B1531595}"/>
          </ac:spMkLst>
        </pc:spChg>
        <pc:spChg chg="mod">
          <ac:chgData name="啟惟 黃" userId="295028675c722a23" providerId="LiveId" clId="{5DB51548-4040-4721-BFBE-F5C1C5C4872B}" dt="2024-07-01T17:03:36.313" v="285" actId="1076"/>
          <ac:spMkLst>
            <pc:docMk/>
            <pc:sldMk cId="1799459812" sldId="271"/>
            <ac:spMk id="6" creationId="{ADC832EA-1983-ACF9-E319-32B30399C70D}"/>
          </ac:spMkLst>
        </pc:spChg>
        <pc:spChg chg="add mod">
          <ac:chgData name="啟惟 黃" userId="295028675c722a23" providerId="LiveId" clId="{5DB51548-4040-4721-BFBE-F5C1C5C4872B}" dt="2024-07-01T17:31:53.037" v="415" actId="1037"/>
          <ac:spMkLst>
            <pc:docMk/>
            <pc:sldMk cId="1799459812" sldId="271"/>
            <ac:spMk id="7" creationId="{208D1528-B246-FE7D-CC50-A23924D2F0F4}"/>
          </ac:spMkLst>
        </pc:spChg>
        <pc:spChg chg="add mod">
          <ac:chgData name="啟惟 黃" userId="295028675c722a23" providerId="LiveId" clId="{5DB51548-4040-4721-BFBE-F5C1C5C4872B}" dt="2024-07-01T17:32:51.964" v="442" actId="1036"/>
          <ac:spMkLst>
            <pc:docMk/>
            <pc:sldMk cId="1799459812" sldId="271"/>
            <ac:spMk id="12" creationId="{300B6BFB-B280-5164-9608-33A6DF9660A9}"/>
          </ac:spMkLst>
        </pc:spChg>
        <pc:spChg chg="del mod topLvl">
          <ac:chgData name="啟惟 黃" userId="295028675c722a23" providerId="LiveId" clId="{5DB51548-4040-4721-BFBE-F5C1C5C4872B}" dt="2024-07-01T17:04:32.991" v="300" actId="478"/>
          <ac:spMkLst>
            <pc:docMk/>
            <pc:sldMk cId="1799459812" sldId="271"/>
            <ac:spMk id="13" creationId="{748A22B2-2206-3627-DCD2-3F75A7A12800}"/>
          </ac:spMkLst>
        </pc:spChg>
        <pc:spChg chg="add mod">
          <ac:chgData name="啟惟 黃" userId="295028675c722a23" providerId="LiveId" clId="{5DB51548-4040-4721-BFBE-F5C1C5C4872B}" dt="2024-07-01T17:09:34.733" v="353" actId="34135"/>
          <ac:spMkLst>
            <pc:docMk/>
            <pc:sldMk cId="1799459812" sldId="271"/>
            <ac:spMk id="14" creationId="{96C20655-3383-FD22-A290-F290BC587932}"/>
          </ac:spMkLst>
        </pc:spChg>
        <pc:spChg chg="add mod">
          <ac:chgData name="啟惟 黃" userId="295028675c722a23" providerId="LiveId" clId="{5DB51548-4040-4721-BFBE-F5C1C5C4872B}" dt="2024-07-02T16:56:27.354" v="898" actId="207"/>
          <ac:spMkLst>
            <pc:docMk/>
            <pc:sldMk cId="1799459812" sldId="271"/>
            <ac:spMk id="16" creationId="{D5609012-85DD-BE73-6620-80EC98D10B81}"/>
          </ac:spMkLst>
        </pc:spChg>
        <pc:spChg chg="add mod">
          <ac:chgData name="啟惟 黃" userId="295028675c722a23" providerId="LiveId" clId="{5DB51548-4040-4721-BFBE-F5C1C5C4872B}" dt="2024-07-01T17:10:07.192" v="356" actId="14100"/>
          <ac:spMkLst>
            <pc:docMk/>
            <pc:sldMk cId="1799459812" sldId="271"/>
            <ac:spMk id="18" creationId="{6A0581AC-BD5A-3185-5C86-67F3997C77F8}"/>
          </ac:spMkLst>
        </pc:spChg>
        <pc:spChg chg="add mod">
          <ac:chgData name="啟惟 黃" userId="295028675c722a23" providerId="LiveId" clId="{5DB51548-4040-4721-BFBE-F5C1C5C4872B}" dt="2024-07-01T17:10:18.169" v="358" actId="14100"/>
          <ac:spMkLst>
            <pc:docMk/>
            <pc:sldMk cId="1799459812" sldId="271"/>
            <ac:spMk id="20" creationId="{8977FA2F-43B5-2F07-DED0-A547F8791F76}"/>
          </ac:spMkLst>
        </pc:spChg>
        <pc:spChg chg="add mod">
          <ac:chgData name="啟惟 黃" userId="295028675c722a23" providerId="LiveId" clId="{5DB51548-4040-4721-BFBE-F5C1C5C4872B}" dt="2024-07-01T17:07:56.393" v="336"/>
          <ac:spMkLst>
            <pc:docMk/>
            <pc:sldMk cId="1799459812" sldId="271"/>
            <ac:spMk id="21" creationId="{FF90B87F-92BA-BA02-C3DA-B23CFF0D8FF1}"/>
          </ac:spMkLst>
        </pc:spChg>
        <pc:spChg chg="add mod">
          <ac:chgData name="啟惟 黃" userId="295028675c722a23" providerId="LiveId" clId="{5DB51548-4040-4721-BFBE-F5C1C5C4872B}" dt="2024-07-01T17:34:56.864" v="498" actId="1076"/>
          <ac:spMkLst>
            <pc:docMk/>
            <pc:sldMk cId="1799459812" sldId="271"/>
            <ac:spMk id="22" creationId="{F89186ED-CA00-7049-DE0D-1DEB854E2BEE}"/>
          </ac:spMkLst>
        </pc:spChg>
        <pc:spChg chg="mod">
          <ac:chgData name="啟惟 黃" userId="295028675c722a23" providerId="LiveId" clId="{5DB51548-4040-4721-BFBE-F5C1C5C4872B}" dt="2024-07-01T17:07:56.393" v="336"/>
          <ac:spMkLst>
            <pc:docMk/>
            <pc:sldMk cId="1799459812" sldId="271"/>
            <ac:spMk id="24" creationId="{B05E9BF4-D6B7-40ED-17F9-85DB4E02AE7C}"/>
          </ac:spMkLst>
        </pc:spChg>
        <pc:spChg chg="mod">
          <ac:chgData name="啟惟 黃" userId="295028675c722a23" providerId="LiveId" clId="{5DB51548-4040-4721-BFBE-F5C1C5C4872B}" dt="2024-07-01T17:07:56.393" v="336"/>
          <ac:spMkLst>
            <pc:docMk/>
            <pc:sldMk cId="1799459812" sldId="271"/>
            <ac:spMk id="26" creationId="{6800F912-6CE3-67E3-7457-221C093E9DCC}"/>
          </ac:spMkLst>
        </pc:spChg>
        <pc:spChg chg="mod">
          <ac:chgData name="啟惟 黃" userId="295028675c722a23" providerId="LiveId" clId="{5DB51548-4040-4721-BFBE-F5C1C5C4872B}" dt="2024-07-01T17:07:56.393" v="336"/>
          <ac:spMkLst>
            <pc:docMk/>
            <pc:sldMk cId="1799459812" sldId="271"/>
            <ac:spMk id="27" creationId="{0F5DEEE2-C0D0-E4E7-3663-5956ACA790B3}"/>
          </ac:spMkLst>
        </pc:spChg>
        <pc:spChg chg="mod">
          <ac:chgData name="啟惟 黃" userId="295028675c722a23" providerId="LiveId" clId="{5DB51548-4040-4721-BFBE-F5C1C5C4872B}" dt="2024-07-01T17:07:56.393" v="336"/>
          <ac:spMkLst>
            <pc:docMk/>
            <pc:sldMk cId="1799459812" sldId="271"/>
            <ac:spMk id="29" creationId="{43770A5E-E800-5D3A-746E-C93A0D491028}"/>
          </ac:spMkLst>
        </pc:spChg>
        <pc:spChg chg="mod">
          <ac:chgData name="啟惟 黃" userId="295028675c722a23" providerId="LiveId" clId="{5DB51548-4040-4721-BFBE-F5C1C5C4872B}" dt="2024-07-01T17:07:56.393" v="336"/>
          <ac:spMkLst>
            <pc:docMk/>
            <pc:sldMk cId="1799459812" sldId="271"/>
            <ac:spMk id="30" creationId="{DEECB946-144C-7966-F326-9203131F6F66}"/>
          </ac:spMkLst>
        </pc:spChg>
        <pc:spChg chg="add mod">
          <ac:chgData name="啟惟 黃" userId="295028675c722a23" providerId="LiveId" clId="{5DB51548-4040-4721-BFBE-F5C1C5C4872B}" dt="2024-07-01T17:35:17.067" v="502" actId="1037"/>
          <ac:spMkLst>
            <pc:docMk/>
            <pc:sldMk cId="1799459812" sldId="271"/>
            <ac:spMk id="31" creationId="{8005A367-09EB-1A55-D15A-5D29F59C2D13}"/>
          </ac:spMkLst>
        </pc:spChg>
        <pc:spChg chg="mod">
          <ac:chgData name="啟惟 黃" userId="295028675c722a23" providerId="LiveId" clId="{5DB51548-4040-4721-BFBE-F5C1C5C4872B}" dt="2024-07-01T17:07:56.393" v="336"/>
          <ac:spMkLst>
            <pc:docMk/>
            <pc:sldMk cId="1799459812" sldId="271"/>
            <ac:spMk id="33" creationId="{5C9D3A53-2342-F414-10C5-CE6B65ABB01E}"/>
          </ac:spMkLst>
        </pc:spChg>
        <pc:spChg chg="mod">
          <ac:chgData name="啟惟 黃" userId="295028675c722a23" providerId="LiveId" clId="{5DB51548-4040-4721-BFBE-F5C1C5C4872B}" dt="2024-07-01T17:07:56.393" v="336"/>
          <ac:spMkLst>
            <pc:docMk/>
            <pc:sldMk cId="1799459812" sldId="271"/>
            <ac:spMk id="34" creationId="{F3CB511B-4BD9-BD8D-2E08-4679AEA02DC2}"/>
          </ac:spMkLst>
        </pc:spChg>
        <pc:spChg chg="add mod">
          <ac:chgData name="啟惟 黃" userId="295028675c722a23" providerId="LiveId" clId="{5DB51548-4040-4721-BFBE-F5C1C5C4872B}" dt="2024-07-01T17:33:53.330" v="461" actId="1038"/>
          <ac:spMkLst>
            <pc:docMk/>
            <pc:sldMk cId="1799459812" sldId="271"/>
            <ac:spMk id="37" creationId="{462DA91E-5D74-1DFE-7D7F-028D0B80C243}"/>
          </ac:spMkLst>
        </pc:spChg>
        <pc:spChg chg="add mod">
          <ac:chgData name="啟惟 黃" userId="295028675c722a23" providerId="LiveId" clId="{5DB51548-4040-4721-BFBE-F5C1C5C4872B}" dt="2024-07-01T17:33:39.276" v="454" actId="1076"/>
          <ac:spMkLst>
            <pc:docMk/>
            <pc:sldMk cId="1799459812" sldId="271"/>
            <ac:spMk id="38" creationId="{97AF26EC-E97D-44FB-A5A6-AC6DA9173207}"/>
          </ac:spMkLst>
        </pc:spChg>
        <pc:spChg chg="add mod">
          <ac:chgData name="啟惟 黃" userId="295028675c722a23" providerId="LiveId" clId="{5DB51548-4040-4721-BFBE-F5C1C5C4872B}" dt="2024-07-01T17:37:44.674" v="543" actId="255"/>
          <ac:spMkLst>
            <pc:docMk/>
            <pc:sldMk cId="1799459812" sldId="271"/>
            <ac:spMk id="39" creationId="{6FB31810-9EBE-4CF7-9AA0-F973D067054C}"/>
          </ac:spMkLst>
        </pc:spChg>
        <pc:spChg chg="mod">
          <ac:chgData name="啟惟 黃" userId="295028675c722a23" providerId="LiveId" clId="{5DB51548-4040-4721-BFBE-F5C1C5C4872B}" dt="2024-07-01T17:07:56.393" v="336"/>
          <ac:spMkLst>
            <pc:docMk/>
            <pc:sldMk cId="1799459812" sldId="271"/>
            <ac:spMk id="41" creationId="{C25903FF-767E-256B-3DDC-FBD47B6F16B2}"/>
          </ac:spMkLst>
        </pc:spChg>
        <pc:spChg chg="mod">
          <ac:chgData name="啟惟 黃" userId="295028675c722a23" providerId="LiveId" clId="{5DB51548-4040-4721-BFBE-F5C1C5C4872B}" dt="2024-07-01T17:07:56.393" v="336"/>
          <ac:spMkLst>
            <pc:docMk/>
            <pc:sldMk cId="1799459812" sldId="271"/>
            <ac:spMk id="42" creationId="{7FB0109F-837F-129E-B6F2-A69E38599778}"/>
          </ac:spMkLst>
        </pc:spChg>
        <pc:spChg chg="add mod">
          <ac:chgData name="啟惟 黃" userId="295028675c722a23" providerId="LiveId" clId="{5DB51548-4040-4721-BFBE-F5C1C5C4872B}" dt="2024-07-01T17:36:51.770" v="516" actId="14100"/>
          <ac:spMkLst>
            <pc:docMk/>
            <pc:sldMk cId="1799459812" sldId="271"/>
            <ac:spMk id="44" creationId="{59FF465F-CA1D-6555-DE81-5B08C75C131A}"/>
          </ac:spMkLst>
        </pc:spChg>
        <pc:spChg chg="add mod">
          <ac:chgData name="啟惟 黃" userId="295028675c722a23" providerId="LiveId" clId="{5DB51548-4040-4721-BFBE-F5C1C5C4872B}" dt="2024-07-01T17:37:40.212" v="542" actId="255"/>
          <ac:spMkLst>
            <pc:docMk/>
            <pc:sldMk cId="1799459812" sldId="271"/>
            <ac:spMk id="45" creationId="{1B807D75-6000-91C8-A723-732BA2336056}"/>
          </ac:spMkLst>
        </pc:spChg>
        <pc:spChg chg="mod">
          <ac:chgData name="啟惟 黃" userId="295028675c722a23" providerId="LiveId" clId="{5DB51548-4040-4721-BFBE-F5C1C5C4872B}" dt="2024-07-01T17:07:56.393" v="336"/>
          <ac:spMkLst>
            <pc:docMk/>
            <pc:sldMk cId="1799459812" sldId="271"/>
            <ac:spMk id="47" creationId="{0FBD2E48-CFCB-4B06-6A6B-5263F5C590D0}"/>
          </ac:spMkLst>
        </pc:spChg>
        <pc:spChg chg="mod">
          <ac:chgData name="啟惟 黃" userId="295028675c722a23" providerId="LiveId" clId="{5DB51548-4040-4721-BFBE-F5C1C5C4872B}" dt="2024-07-01T17:07:56.393" v="336"/>
          <ac:spMkLst>
            <pc:docMk/>
            <pc:sldMk cId="1799459812" sldId="271"/>
            <ac:spMk id="48" creationId="{33821F46-9936-F50C-38E5-0E072C76F9B8}"/>
          </ac:spMkLst>
        </pc:spChg>
        <pc:spChg chg="mod">
          <ac:chgData name="啟惟 黃" userId="295028675c722a23" providerId="LiveId" clId="{5DB51548-4040-4721-BFBE-F5C1C5C4872B}" dt="2024-07-01T17:07:56.393" v="336"/>
          <ac:spMkLst>
            <pc:docMk/>
            <pc:sldMk cId="1799459812" sldId="271"/>
            <ac:spMk id="49" creationId="{12EBBD82-B27B-80FE-5998-C6A802D28B52}"/>
          </ac:spMkLst>
        </pc:spChg>
        <pc:spChg chg="mod">
          <ac:chgData name="啟惟 黃" userId="295028675c722a23" providerId="LiveId" clId="{5DB51548-4040-4721-BFBE-F5C1C5C4872B}" dt="2024-07-01T17:07:56.393" v="336"/>
          <ac:spMkLst>
            <pc:docMk/>
            <pc:sldMk cId="1799459812" sldId="271"/>
            <ac:spMk id="50" creationId="{F0422E80-95E6-01B3-FBA3-2DC245DC1CC5}"/>
          </ac:spMkLst>
        </pc:spChg>
        <pc:spChg chg="add mod">
          <ac:chgData name="啟惟 黃" userId="295028675c722a23" providerId="LiveId" clId="{5DB51548-4040-4721-BFBE-F5C1C5C4872B}" dt="2024-07-01T17:40:48.193" v="585" actId="1076"/>
          <ac:spMkLst>
            <pc:docMk/>
            <pc:sldMk cId="1799459812" sldId="271"/>
            <ac:spMk id="52" creationId="{E8A46113-3D65-555E-1837-90674D1C2127}"/>
          </ac:spMkLst>
        </pc:spChg>
        <pc:spChg chg="mod">
          <ac:chgData name="啟惟 黃" userId="295028675c722a23" providerId="LiveId" clId="{5DB51548-4040-4721-BFBE-F5C1C5C4872B}" dt="2024-07-01T17:07:56.393" v="336"/>
          <ac:spMkLst>
            <pc:docMk/>
            <pc:sldMk cId="1799459812" sldId="271"/>
            <ac:spMk id="54" creationId="{E3B46924-725E-DF09-8E59-5CF2ACC3C60C}"/>
          </ac:spMkLst>
        </pc:spChg>
        <pc:spChg chg="mod">
          <ac:chgData name="啟惟 黃" userId="295028675c722a23" providerId="LiveId" clId="{5DB51548-4040-4721-BFBE-F5C1C5C4872B}" dt="2024-07-01T17:07:56.393" v="336"/>
          <ac:spMkLst>
            <pc:docMk/>
            <pc:sldMk cId="1799459812" sldId="271"/>
            <ac:spMk id="55" creationId="{302CB794-C992-839F-0190-4C1D2392999D}"/>
          </ac:spMkLst>
        </pc:spChg>
        <pc:spChg chg="mod">
          <ac:chgData name="啟惟 黃" userId="295028675c722a23" providerId="LiveId" clId="{5DB51548-4040-4721-BFBE-F5C1C5C4872B}" dt="2024-07-01T17:07:56.393" v="336"/>
          <ac:spMkLst>
            <pc:docMk/>
            <pc:sldMk cId="1799459812" sldId="271"/>
            <ac:spMk id="56" creationId="{6C88A70A-9BA3-1EC3-8B74-492CA659B6F3}"/>
          </ac:spMkLst>
        </pc:spChg>
        <pc:spChg chg="mod">
          <ac:chgData name="啟惟 黃" userId="295028675c722a23" providerId="LiveId" clId="{5DB51548-4040-4721-BFBE-F5C1C5C4872B}" dt="2024-07-01T17:07:56.393" v="336"/>
          <ac:spMkLst>
            <pc:docMk/>
            <pc:sldMk cId="1799459812" sldId="271"/>
            <ac:spMk id="57" creationId="{CC7E64F3-3D1A-1FCE-59AD-D7824244E1DF}"/>
          </ac:spMkLst>
        </pc:spChg>
        <pc:spChg chg="add mod">
          <ac:chgData name="啟惟 黃" userId="295028675c722a23" providerId="LiveId" clId="{5DB51548-4040-4721-BFBE-F5C1C5C4872B}" dt="2024-07-01T17:43:31.081" v="605" actId="1037"/>
          <ac:spMkLst>
            <pc:docMk/>
            <pc:sldMk cId="1799459812" sldId="271"/>
            <ac:spMk id="62" creationId="{96A790EA-1870-E41E-B5F8-C29FCA3CB130}"/>
          </ac:spMkLst>
        </pc:spChg>
        <pc:spChg chg="add mod">
          <ac:chgData name="啟惟 黃" userId="295028675c722a23" providerId="LiveId" clId="{5DB51548-4040-4721-BFBE-F5C1C5C4872B}" dt="2024-07-01T17:42:33.121" v="599" actId="1076"/>
          <ac:spMkLst>
            <pc:docMk/>
            <pc:sldMk cId="1799459812" sldId="271"/>
            <ac:spMk id="63" creationId="{31A4577A-B942-2E74-CEDA-DA04BC8857E8}"/>
          </ac:spMkLst>
        </pc:spChg>
        <pc:spChg chg="add del mod">
          <ac:chgData name="啟惟 黃" userId="295028675c722a23" providerId="LiveId" clId="{5DB51548-4040-4721-BFBE-F5C1C5C4872B}" dt="2024-07-01T17:42:37.275" v="600" actId="478"/>
          <ac:spMkLst>
            <pc:docMk/>
            <pc:sldMk cId="1799459812" sldId="271"/>
            <ac:spMk id="64" creationId="{D63BE827-D6F4-14E6-2A24-9C285F7F24BB}"/>
          </ac:spMkLst>
        </pc:spChg>
        <pc:spChg chg="mod">
          <ac:chgData name="啟惟 黃" userId="295028675c722a23" providerId="LiveId" clId="{5DB51548-4040-4721-BFBE-F5C1C5C4872B}" dt="2024-07-01T17:07:56.393" v="336"/>
          <ac:spMkLst>
            <pc:docMk/>
            <pc:sldMk cId="1799459812" sldId="271"/>
            <ac:spMk id="66" creationId="{10F96463-1402-E259-15F2-FA53B877ACB1}"/>
          </ac:spMkLst>
        </pc:spChg>
        <pc:spChg chg="mod">
          <ac:chgData name="啟惟 黃" userId="295028675c722a23" providerId="LiveId" clId="{5DB51548-4040-4721-BFBE-F5C1C5C4872B}" dt="2024-07-01T17:07:56.393" v="336"/>
          <ac:spMkLst>
            <pc:docMk/>
            <pc:sldMk cId="1799459812" sldId="271"/>
            <ac:spMk id="67" creationId="{2D4C95D4-1399-57D6-AA73-549D1F8C54F4}"/>
          </ac:spMkLst>
        </pc:spChg>
        <pc:spChg chg="add mod">
          <ac:chgData name="啟惟 黃" userId="295028675c722a23" providerId="LiveId" clId="{5DB51548-4040-4721-BFBE-F5C1C5C4872B}" dt="2024-07-01T17:43:12.124" v="604" actId="14100"/>
          <ac:spMkLst>
            <pc:docMk/>
            <pc:sldMk cId="1799459812" sldId="271"/>
            <ac:spMk id="69" creationId="{67BA5B2F-2C03-F04E-F97E-D14A41265DC4}"/>
          </ac:spMkLst>
        </pc:spChg>
        <pc:spChg chg="add mod">
          <ac:chgData name="啟惟 黃" userId="295028675c722a23" providerId="LiveId" clId="{5DB51548-4040-4721-BFBE-F5C1C5C4872B}" dt="2024-07-01T17:37:22.238" v="539" actId="1076"/>
          <ac:spMkLst>
            <pc:docMk/>
            <pc:sldMk cId="1799459812" sldId="271"/>
            <ac:spMk id="70" creationId="{DF3D043E-3B57-9A75-EF3F-D3B066CCBE6C}"/>
          </ac:spMkLst>
        </pc:spChg>
        <pc:spChg chg="add mod">
          <ac:chgData name="啟惟 黃" userId="295028675c722a23" providerId="LiveId" clId="{5DB51548-4040-4721-BFBE-F5C1C5C4872B}" dt="2024-07-01T17:07:56.393" v="336"/>
          <ac:spMkLst>
            <pc:docMk/>
            <pc:sldMk cId="1799459812" sldId="271"/>
            <ac:spMk id="72" creationId="{29A81622-5DFA-8021-A295-F1E2103D3A5B}"/>
          </ac:spMkLst>
        </pc:spChg>
        <pc:spChg chg="add mod">
          <ac:chgData name="啟惟 黃" userId="295028675c722a23" providerId="LiveId" clId="{5DB51548-4040-4721-BFBE-F5C1C5C4872B}" dt="2024-07-01T17:40:44.967" v="584" actId="1076"/>
          <ac:spMkLst>
            <pc:docMk/>
            <pc:sldMk cId="1799459812" sldId="271"/>
            <ac:spMk id="73" creationId="{7925558F-7610-48F1-6361-22C071CFA6E2}"/>
          </ac:spMkLst>
        </pc:spChg>
        <pc:spChg chg="add mod">
          <ac:chgData name="啟惟 黃" userId="295028675c722a23" providerId="LiveId" clId="{5DB51548-4040-4721-BFBE-F5C1C5C4872B}" dt="2024-07-01T17:07:56.393" v="336"/>
          <ac:spMkLst>
            <pc:docMk/>
            <pc:sldMk cId="1799459812" sldId="271"/>
            <ac:spMk id="74" creationId="{DF74A725-EEEF-23AC-DD3D-431F8DB115B9}"/>
          </ac:spMkLst>
        </pc:spChg>
        <pc:spChg chg="add mod">
          <ac:chgData name="啟惟 黃" userId="295028675c722a23" providerId="LiveId" clId="{5DB51548-4040-4721-BFBE-F5C1C5C4872B}" dt="2024-07-01T17:41:10.560" v="591" actId="255"/>
          <ac:spMkLst>
            <pc:docMk/>
            <pc:sldMk cId="1799459812" sldId="271"/>
            <ac:spMk id="75" creationId="{0418EEDD-8607-B685-26AB-61C05A47C951}"/>
          </ac:spMkLst>
        </pc:spChg>
        <pc:spChg chg="add mod">
          <ac:chgData name="啟惟 黃" userId="295028675c722a23" providerId="LiveId" clId="{5DB51548-4040-4721-BFBE-F5C1C5C4872B}" dt="2024-07-01T17:07:56.393" v="336"/>
          <ac:spMkLst>
            <pc:docMk/>
            <pc:sldMk cId="1799459812" sldId="271"/>
            <ac:spMk id="80" creationId="{D61885BB-3D70-3BD4-FEBC-94AC71A79933}"/>
          </ac:spMkLst>
        </pc:spChg>
        <pc:grpChg chg="add del mod topLvl">
          <ac:chgData name="啟惟 黃" userId="295028675c722a23" providerId="LiveId" clId="{5DB51548-4040-4721-BFBE-F5C1C5C4872B}" dt="2024-07-01T17:04:09.541" v="294" actId="478"/>
          <ac:grpSpMkLst>
            <pc:docMk/>
            <pc:sldMk cId="1799459812" sldId="271"/>
            <ac:grpSpMk id="5" creationId="{B9C21D6C-FDD5-F96F-3CDB-1FA405F5679B}"/>
          </ac:grpSpMkLst>
        </pc:grpChg>
        <pc:grpChg chg="add del mod ord">
          <ac:chgData name="啟惟 黃" userId="295028675c722a23" providerId="LiveId" clId="{5DB51548-4040-4721-BFBE-F5C1C5C4872B}" dt="2024-07-01T17:03:39.103" v="287" actId="478"/>
          <ac:grpSpMkLst>
            <pc:docMk/>
            <pc:sldMk cId="1799459812" sldId="271"/>
            <ac:grpSpMk id="9" creationId="{0437B610-0120-4FF7-4664-E2616AF5A7F4}"/>
          </ac:grpSpMkLst>
        </pc:grpChg>
        <pc:grpChg chg="add del mod">
          <ac:chgData name="啟惟 黃" userId="295028675c722a23" providerId="LiveId" clId="{5DB51548-4040-4721-BFBE-F5C1C5C4872B}" dt="2024-07-01T17:04:21.844" v="297" actId="165"/>
          <ac:grpSpMkLst>
            <pc:docMk/>
            <pc:sldMk cId="1799459812" sldId="271"/>
            <ac:grpSpMk id="11" creationId="{6DFC0032-2651-A13D-574F-DA67C3B4805A}"/>
          </ac:grpSpMkLst>
        </pc:grpChg>
        <pc:grpChg chg="add mod">
          <ac:chgData name="啟惟 黃" userId="295028675c722a23" providerId="LiveId" clId="{5DB51548-4040-4721-BFBE-F5C1C5C4872B}" dt="2024-07-01T17:32:01.285" v="417" actId="14100"/>
          <ac:grpSpMkLst>
            <pc:docMk/>
            <pc:sldMk cId="1799459812" sldId="271"/>
            <ac:grpSpMk id="23" creationId="{B4847D01-03C5-7D86-CA2F-985AE7AB7821}"/>
          </ac:grpSpMkLst>
        </pc:grpChg>
        <pc:grpChg chg="add mod">
          <ac:chgData name="啟惟 黃" userId="295028675c722a23" providerId="LiveId" clId="{5DB51548-4040-4721-BFBE-F5C1C5C4872B}" dt="2024-07-01T17:07:56.393" v="336"/>
          <ac:grpSpMkLst>
            <pc:docMk/>
            <pc:sldMk cId="1799459812" sldId="271"/>
            <ac:grpSpMk id="32" creationId="{FD3B2F3D-CB73-BA0C-6AC8-2E4B628653EF}"/>
          </ac:grpSpMkLst>
        </pc:grpChg>
        <pc:grpChg chg="add mod">
          <ac:chgData name="啟惟 黃" userId="295028675c722a23" providerId="LiveId" clId="{5DB51548-4040-4721-BFBE-F5C1C5C4872B}" dt="2024-07-01T17:07:56.393" v="336"/>
          <ac:grpSpMkLst>
            <pc:docMk/>
            <pc:sldMk cId="1799459812" sldId="271"/>
            <ac:grpSpMk id="40" creationId="{B44D6A3F-2C30-29FE-E69B-8C0AE4C8C7CF}"/>
          </ac:grpSpMkLst>
        </pc:grpChg>
        <pc:grpChg chg="add mod">
          <ac:chgData name="啟惟 黃" userId="295028675c722a23" providerId="LiveId" clId="{5DB51548-4040-4721-BFBE-F5C1C5C4872B}" dt="2024-07-01T17:07:56.393" v="336"/>
          <ac:grpSpMkLst>
            <pc:docMk/>
            <pc:sldMk cId="1799459812" sldId="271"/>
            <ac:grpSpMk id="46" creationId="{1E5C55FE-3546-9321-643B-3AB0EF7A9708}"/>
          </ac:grpSpMkLst>
        </pc:grpChg>
        <pc:grpChg chg="add mod">
          <ac:chgData name="啟惟 黃" userId="295028675c722a23" providerId="LiveId" clId="{5DB51548-4040-4721-BFBE-F5C1C5C4872B}" dt="2024-07-01T17:07:56.393" v="336"/>
          <ac:grpSpMkLst>
            <pc:docMk/>
            <pc:sldMk cId="1799459812" sldId="271"/>
            <ac:grpSpMk id="53" creationId="{BD7FE659-D7B6-79BD-CCC1-0EBD82F2E544}"/>
          </ac:grpSpMkLst>
        </pc:grpChg>
        <pc:grpChg chg="add mod">
          <ac:chgData name="啟惟 黃" userId="295028675c722a23" providerId="LiveId" clId="{5DB51548-4040-4721-BFBE-F5C1C5C4872B}" dt="2024-07-01T17:07:56.393" v="336"/>
          <ac:grpSpMkLst>
            <pc:docMk/>
            <pc:sldMk cId="1799459812" sldId="271"/>
            <ac:grpSpMk id="65" creationId="{ECD926D7-BF11-DDA8-4810-94B54E777B2B}"/>
          </ac:grpSpMkLst>
        </pc:grpChg>
        <pc:grpChg chg="add del mod">
          <ac:chgData name="啟惟 黃" userId="295028675c722a23" providerId="LiveId" clId="{5DB51548-4040-4721-BFBE-F5C1C5C4872B}" dt="2024-07-01T17:39:02.860" v="546" actId="21"/>
          <ac:grpSpMkLst>
            <pc:docMk/>
            <pc:sldMk cId="1799459812" sldId="271"/>
            <ac:grpSpMk id="76" creationId="{D7139CB2-315D-5B83-E8EF-3C9C5C8241BB}"/>
          </ac:grpSpMkLst>
        </pc:grpChg>
        <pc:picChg chg="add del mod topLvl">
          <ac:chgData name="啟惟 黃" userId="295028675c722a23" providerId="LiveId" clId="{5DB51548-4040-4721-BFBE-F5C1C5C4872B}" dt="2024-07-01T17:03:39.103" v="287" actId="478"/>
          <ac:picMkLst>
            <pc:docMk/>
            <pc:sldMk cId="1799459812" sldId="271"/>
            <ac:picMk id="4" creationId="{535E71C4-698A-A759-0595-1DCA2CDFF2AE}"/>
          </ac:picMkLst>
        </pc:picChg>
        <pc:picChg chg="mod">
          <ac:chgData name="啟惟 黃" userId="295028675c722a23" providerId="LiveId" clId="{5DB51548-4040-4721-BFBE-F5C1C5C4872B}" dt="2024-07-01T17:03:33.965" v="284" actId="34136"/>
          <ac:picMkLst>
            <pc:docMk/>
            <pc:sldMk cId="1799459812" sldId="271"/>
            <ac:picMk id="7" creationId="{A0F819A3-22EE-7C6D-F539-3A626C5DFB2A}"/>
          </ac:picMkLst>
        </pc:picChg>
        <pc:picChg chg="mod">
          <ac:chgData name="啟惟 黃" userId="295028675c722a23" providerId="LiveId" clId="{5DB51548-4040-4721-BFBE-F5C1C5C4872B}" dt="2024-07-01T17:03:33.965" v="284" actId="34136"/>
          <ac:picMkLst>
            <pc:docMk/>
            <pc:sldMk cId="1799459812" sldId="271"/>
            <ac:picMk id="8" creationId="{5355DE40-565A-E762-E4C2-7626E8EE1B7E}"/>
          </ac:picMkLst>
        </pc:picChg>
        <pc:picChg chg="add mod">
          <ac:chgData name="啟惟 黃" userId="295028675c722a23" providerId="LiveId" clId="{5DB51548-4040-4721-BFBE-F5C1C5C4872B}" dt="2024-07-01T17:32:15.561" v="419"/>
          <ac:picMkLst>
            <pc:docMk/>
            <pc:sldMk cId="1799459812" sldId="271"/>
            <ac:picMk id="8" creationId="{EEE5D916-4B73-4C5C-3A86-BB002829ECEF}"/>
          </ac:picMkLst>
        </pc:picChg>
        <pc:picChg chg="add mod">
          <ac:chgData name="啟惟 黃" userId="295028675c722a23" providerId="LiveId" clId="{5DB51548-4040-4721-BFBE-F5C1C5C4872B}" dt="2024-07-01T17:32:21.222" v="421"/>
          <ac:picMkLst>
            <pc:docMk/>
            <pc:sldMk cId="1799459812" sldId="271"/>
            <ac:picMk id="9" creationId="{A18EE5BB-4F45-25BE-2A49-DADC1D13678A}"/>
          </ac:picMkLst>
        </pc:picChg>
        <pc:picChg chg="add mod">
          <ac:chgData name="啟惟 黃" userId="295028675c722a23" providerId="LiveId" clId="{5DB51548-4040-4721-BFBE-F5C1C5C4872B}" dt="2024-07-01T17:09:34.733" v="353" actId="34135"/>
          <ac:picMkLst>
            <pc:docMk/>
            <pc:sldMk cId="1799459812" sldId="271"/>
            <ac:picMk id="10" creationId="{26154C61-C371-D69F-53F8-9C116ADA742E}"/>
          </ac:picMkLst>
        </pc:picChg>
        <pc:picChg chg="del mod topLvl">
          <ac:chgData name="啟惟 黃" userId="295028675c722a23" providerId="LiveId" clId="{5DB51548-4040-4721-BFBE-F5C1C5C4872B}" dt="2024-07-01T17:04:32.991" v="300" actId="478"/>
          <ac:picMkLst>
            <pc:docMk/>
            <pc:sldMk cId="1799459812" sldId="271"/>
            <ac:picMk id="12" creationId="{A69F596F-D50B-3650-90D1-C7BE5992651F}"/>
          </ac:picMkLst>
        </pc:picChg>
        <pc:picChg chg="add mod">
          <ac:chgData name="啟惟 黃" userId="295028675c722a23" providerId="LiveId" clId="{5DB51548-4040-4721-BFBE-F5C1C5C4872B}" dt="2024-07-01T17:32:58.760" v="444"/>
          <ac:picMkLst>
            <pc:docMk/>
            <pc:sldMk cId="1799459812" sldId="271"/>
            <ac:picMk id="13" creationId="{58A11783-4EB4-EF9B-43D1-9D7969306528}"/>
          </ac:picMkLst>
        </pc:picChg>
        <pc:picChg chg="add mod">
          <ac:chgData name="啟惟 黃" userId="295028675c722a23" providerId="LiveId" clId="{5DB51548-4040-4721-BFBE-F5C1C5C4872B}" dt="2024-07-01T17:38:58.951" v="545"/>
          <ac:picMkLst>
            <pc:docMk/>
            <pc:sldMk cId="1799459812" sldId="271"/>
            <ac:picMk id="15" creationId="{32504D18-DD5F-49B0-989C-F18FB4503F57}"/>
          </ac:picMkLst>
        </pc:picChg>
        <pc:picChg chg="add mod">
          <ac:chgData name="啟惟 黃" userId="295028675c722a23" providerId="LiveId" clId="{5DB51548-4040-4721-BFBE-F5C1C5C4872B}" dt="2024-07-01T17:39:03.482" v="547"/>
          <ac:picMkLst>
            <pc:docMk/>
            <pc:sldMk cId="1799459812" sldId="271"/>
            <ac:picMk id="17" creationId="{256387F8-C24D-84A2-9E34-1406E02EDCC1}"/>
          </ac:picMkLst>
        </pc:picChg>
        <pc:picChg chg="add mod">
          <ac:chgData name="啟惟 黃" userId="295028675c722a23" providerId="LiveId" clId="{5DB51548-4040-4721-BFBE-F5C1C5C4872B}" dt="2024-07-01T17:39:07.054" v="549"/>
          <ac:picMkLst>
            <pc:docMk/>
            <pc:sldMk cId="1799459812" sldId="271"/>
            <ac:picMk id="19" creationId="{874C7611-557E-7AFF-2BEB-F2BAC5543CB7}"/>
          </ac:picMkLst>
        </pc:picChg>
        <pc:picChg chg="del mod">
          <ac:chgData name="啟惟 黃" userId="295028675c722a23" providerId="LiveId" clId="{5DB51548-4040-4721-BFBE-F5C1C5C4872B}" dt="2024-07-01T17:32:12.272" v="418" actId="21"/>
          <ac:picMkLst>
            <pc:docMk/>
            <pc:sldMk cId="1799459812" sldId="271"/>
            <ac:picMk id="25" creationId="{EEE5D916-4B73-4C5C-3A86-BB002829ECEF}"/>
          </ac:picMkLst>
        </pc:picChg>
        <pc:picChg chg="del mod">
          <ac:chgData name="啟惟 黃" userId="295028675c722a23" providerId="LiveId" clId="{5DB51548-4040-4721-BFBE-F5C1C5C4872B}" dt="2024-07-01T17:32:19.666" v="420" actId="21"/>
          <ac:picMkLst>
            <pc:docMk/>
            <pc:sldMk cId="1799459812" sldId="271"/>
            <ac:picMk id="28" creationId="{A18EE5BB-4F45-25BE-2A49-DADC1D13678A}"/>
          </ac:picMkLst>
        </pc:picChg>
        <pc:picChg chg="mod">
          <ac:chgData name="啟惟 黃" userId="295028675c722a23" providerId="LiveId" clId="{5DB51548-4040-4721-BFBE-F5C1C5C4872B}" dt="2024-07-01T17:07:56.393" v="336"/>
          <ac:picMkLst>
            <pc:docMk/>
            <pc:sldMk cId="1799459812" sldId="271"/>
            <ac:picMk id="35" creationId="{43C219DC-29BD-6882-7E2D-41EC8E4AA027}"/>
          </ac:picMkLst>
        </pc:picChg>
        <pc:picChg chg="mod">
          <ac:chgData name="啟惟 黃" userId="295028675c722a23" providerId="LiveId" clId="{5DB51548-4040-4721-BFBE-F5C1C5C4872B}" dt="2024-07-01T17:07:56.393" v="336"/>
          <ac:picMkLst>
            <pc:docMk/>
            <pc:sldMk cId="1799459812" sldId="271"/>
            <ac:picMk id="36" creationId="{B8B8623A-1D8F-BA79-463B-AD38DCC01721}"/>
          </ac:picMkLst>
        </pc:picChg>
        <pc:picChg chg="mod">
          <ac:chgData name="啟惟 黃" userId="295028675c722a23" providerId="LiveId" clId="{5DB51548-4040-4721-BFBE-F5C1C5C4872B}" dt="2024-07-01T17:07:56.393" v="336"/>
          <ac:picMkLst>
            <pc:docMk/>
            <pc:sldMk cId="1799459812" sldId="271"/>
            <ac:picMk id="43" creationId="{89A6A85C-FF9B-2917-E8F3-611D9FC3F66A}"/>
          </ac:picMkLst>
        </pc:picChg>
        <pc:picChg chg="del mod">
          <ac:chgData name="啟惟 黃" userId="295028675c722a23" providerId="LiveId" clId="{5DB51548-4040-4721-BFBE-F5C1C5C4872B}" dt="2024-07-01T17:38:58.231" v="544" actId="21"/>
          <ac:picMkLst>
            <pc:docMk/>
            <pc:sldMk cId="1799459812" sldId="271"/>
            <ac:picMk id="51" creationId="{32504D18-DD5F-49B0-989C-F18FB4503F57}"/>
          </ac:picMkLst>
        </pc:picChg>
        <pc:picChg chg="mod">
          <ac:chgData name="啟惟 黃" userId="295028675c722a23" providerId="LiveId" clId="{5DB51548-4040-4721-BFBE-F5C1C5C4872B}" dt="2024-07-01T17:07:56.393" v="336"/>
          <ac:picMkLst>
            <pc:docMk/>
            <pc:sldMk cId="1799459812" sldId="271"/>
            <ac:picMk id="58" creationId="{02D8EA60-66F0-D2FB-951A-9B81CB2EBEBC}"/>
          </ac:picMkLst>
        </pc:picChg>
        <pc:picChg chg="mod">
          <ac:chgData name="啟惟 黃" userId="295028675c722a23" providerId="LiveId" clId="{5DB51548-4040-4721-BFBE-F5C1C5C4872B}" dt="2024-07-01T17:07:56.393" v="336"/>
          <ac:picMkLst>
            <pc:docMk/>
            <pc:sldMk cId="1799459812" sldId="271"/>
            <ac:picMk id="59" creationId="{B3003E9E-310E-C5AE-ACB0-C9721F4C6B7D}"/>
          </ac:picMkLst>
        </pc:picChg>
        <pc:picChg chg="mod">
          <ac:chgData name="啟惟 黃" userId="295028675c722a23" providerId="LiveId" clId="{5DB51548-4040-4721-BFBE-F5C1C5C4872B}" dt="2024-07-01T17:07:56.393" v="336"/>
          <ac:picMkLst>
            <pc:docMk/>
            <pc:sldMk cId="1799459812" sldId="271"/>
            <ac:picMk id="60" creationId="{7BD1135B-E05E-BFA4-C972-B86625572B4C}"/>
          </ac:picMkLst>
        </pc:picChg>
        <pc:picChg chg="mod">
          <ac:chgData name="啟惟 黃" userId="295028675c722a23" providerId="LiveId" clId="{5DB51548-4040-4721-BFBE-F5C1C5C4872B}" dt="2024-07-01T17:07:56.393" v="336"/>
          <ac:picMkLst>
            <pc:docMk/>
            <pc:sldMk cId="1799459812" sldId="271"/>
            <ac:picMk id="61" creationId="{FC0EF6D4-6804-FD2D-7D9F-2D26DE8DC94F}"/>
          </ac:picMkLst>
        </pc:picChg>
        <pc:picChg chg="del mod">
          <ac:chgData name="啟惟 黃" userId="295028675c722a23" providerId="LiveId" clId="{5DB51548-4040-4721-BFBE-F5C1C5C4872B}" dt="2024-07-01T17:39:06.485" v="548" actId="21"/>
          <ac:picMkLst>
            <pc:docMk/>
            <pc:sldMk cId="1799459812" sldId="271"/>
            <ac:picMk id="68" creationId="{874C7611-557E-7AFF-2BEB-F2BAC5543CB7}"/>
          </ac:picMkLst>
        </pc:picChg>
        <pc:picChg chg="add mod">
          <ac:chgData name="啟惟 黃" userId="295028675c722a23" providerId="LiveId" clId="{5DB51548-4040-4721-BFBE-F5C1C5C4872B}" dt="2024-07-01T17:07:56.393" v="336"/>
          <ac:picMkLst>
            <pc:docMk/>
            <pc:sldMk cId="1799459812" sldId="271"/>
            <ac:picMk id="71" creationId="{7945606F-91E4-D2BB-8AA4-D3D62984E3B2}"/>
          </ac:picMkLst>
        </pc:picChg>
        <pc:picChg chg="del mod topLvl">
          <ac:chgData name="啟惟 黃" userId="295028675c722a23" providerId="LiveId" clId="{5DB51548-4040-4721-BFBE-F5C1C5C4872B}" dt="2024-07-01T17:39:02.860" v="546" actId="21"/>
          <ac:picMkLst>
            <pc:docMk/>
            <pc:sldMk cId="1799459812" sldId="271"/>
            <ac:picMk id="77" creationId="{256387F8-C24D-84A2-9E34-1406E02EDCC1}"/>
          </ac:picMkLst>
        </pc:picChg>
        <pc:picChg chg="mod topLvl">
          <ac:chgData name="啟惟 黃" userId="295028675c722a23" providerId="LiveId" clId="{5DB51548-4040-4721-BFBE-F5C1C5C4872B}" dt="2024-07-01T17:39:02.860" v="546" actId="21"/>
          <ac:picMkLst>
            <pc:docMk/>
            <pc:sldMk cId="1799459812" sldId="271"/>
            <ac:picMk id="78" creationId="{80A3A72D-A548-F9D1-FDA9-76A1D55E1EDF}"/>
          </ac:picMkLst>
        </pc:picChg>
        <pc:picChg chg="del mod">
          <ac:chgData name="啟惟 黃" userId="295028675c722a23" providerId="LiveId" clId="{5DB51548-4040-4721-BFBE-F5C1C5C4872B}" dt="2024-07-01T17:32:56.976" v="443" actId="21"/>
          <ac:picMkLst>
            <pc:docMk/>
            <pc:sldMk cId="1799459812" sldId="271"/>
            <ac:picMk id="79" creationId="{58A11783-4EB4-EF9B-43D1-9D7969306528}"/>
          </ac:picMkLst>
        </pc:picChg>
      </pc:sldChg>
      <pc:sldChg chg="addSp delSp modSp new mod ord">
        <pc:chgData name="啟惟 黃" userId="295028675c722a23" providerId="LiveId" clId="{5DB51548-4040-4721-BFBE-F5C1C5C4872B}" dt="2024-07-02T16:27:38.694" v="881" actId="20577"/>
        <pc:sldMkLst>
          <pc:docMk/>
          <pc:sldMk cId="4083161108" sldId="272"/>
        </pc:sldMkLst>
        <pc:spChg chg="del">
          <ac:chgData name="啟惟 黃" userId="295028675c722a23" providerId="LiveId" clId="{5DB51548-4040-4721-BFBE-F5C1C5C4872B}" dt="2024-07-01T17:55:58.052" v="638" actId="478"/>
          <ac:spMkLst>
            <pc:docMk/>
            <pc:sldMk cId="4083161108" sldId="272"/>
            <ac:spMk id="2" creationId="{529341A2-A241-CB4B-5DBD-B56E4D22B9D9}"/>
          </ac:spMkLst>
        </pc:spChg>
        <pc:spChg chg="add mod">
          <ac:chgData name="啟惟 黃" userId="295028675c722a23" providerId="LiveId" clId="{5DB51548-4040-4721-BFBE-F5C1C5C4872B}" dt="2024-07-02T16:27:38.694" v="881" actId="20577"/>
          <ac:spMkLst>
            <pc:docMk/>
            <pc:sldMk cId="4083161108" sldId="272"/>
            <ac:spMk id="2" creationId="{D2E62FFB-CEC2-0B70-5504-DB004538FCFD}"/>
          </ac:spMkLst>
        </pc:spChg>
        <pc:spChg chg="del">
          <ac:chgData name="啟惟 黃" userId="295028675c722a23" providerId="LiveId" clId="{5DB51548-4040-4721-BFBE-F5C1C5C4872B}" dt="2024-07-01T17:45:27.997" v="616"/>
          <ac:spMkLst>
            <pc:docMk/>
            <pc:sldMk cId="4083161108" sldId="272"/>
            <ac:spMk id="3" creationId="{7D2D9506-17D3-7034-482C-B5C0FFD47763}"/>
          </ac:spMkLst>
        </pc:spChg>
        <pc:spChg chg="add mod ord">
          <ac:chgData name="啟惟 黃" userId="295028675c722a23" providerId="LiveId" clId="{5DB51548-4040-4721-BFBE-F5C1C5C4872B}" dt="2024-07-01T17:44:55.653" v="611" actId="167"/>
          <ac:spMkLst>
            <pc:docMk/>
            <pc:sldMk cId="4083161108" sldId="272"/>
            <ac:spMk id="5" creationId="{017B82A3-D47A-58E3-4B01-9FA435319937}"/>
          </ac:spMkLst>
        </pc:spChg>
        <pc:spChg chg="add mod">
          <ac:chgData name="啟惟 黃" userId="295028675c722a23" providerId="LiveId" clId="{5DB51548-4040-4721-BFBE-F5C1C5C4872B}" dt="2024-07-01T18:00:56.523" v="677" actId="1076"/>
          <ac:spMkLst>
            <pc:docMk/>
            <pc:sldMk cId="4083161108" sldId="272"/>
            <ac:spMk id="7" creationId="{1FE53148-DE35-BD8B-0E59-60AFB7210C75}"/>
          </ac:spMkLst>
        </pc:spChg>
        <pc:spChg chg="add mod">
          <ac:chgData name="啟惟 黃" userId="295028675c722a23" providerId="LiveId" clId="{5DB51548-4040-4721-BFBE-F5C1C5C4872B}" dt="2024-07-01T18:01:59.891" v="685" actId="14100"/>
          <ac:spMkLst>
            <pc:docMk/>
            <pc:sldMk cId="4083161108" sldId="272"/>
            <ac:spMk id="18" creationId="{9A4BCFCE-478D-7952-50F6-6376B834681F}"/>
          </ac:spMkLst>
        </pc:spChg>
        <pc:grpChg chg="add mod">
          <ac:chgData name="啟惟 黃" userId="295028675c722a23" providerId="LiveId" clId="{5DB51548-4040-4721-BFBE-F5C1C5C4872B}" dt="2024-07-01T18:03:12.838" v="692" actId="14100"/>
          <ac:grpSpMkLst>
            <pc:docMk/>
            <pc:sldMk cId="4083161108" sldId="272"/>
            <ac:grpSpMk id="10" creationId="{E65BDC99-C80D-E47E-0E3E-2EDF3E2CF8BB}"/>
          </ac:grpSpMkLst>
        </pc:grpChg>
        <pc:graphicFrameChg chg="add mod modGraphic">
          <ac:chgData name="啟惟 黃" userId="295028675c722a23" providerId="LiveId" clId="{5DB51548-4040-4721-BFBE-F5C1C5C4872B}" dt="2024-07-01T18:02:27.521" v="690" actId="207"/>
          <ac:graphicFrameMkLst>
            <pc:docMk/>
            <pc:sldMk cId="4083161108" sldId="272"/>
            <ac:graphicFrameMk id="3" creationId="{95C19427-FFE6-1DEC-D3E4-EB28E2AE4C29}"/>
          </ac:graphicFrameMkLst>
        </pc:graphicFrameChg>
        <pc:graphicFrameChg chg="add mod">
          <ac:chgData name="啟惟 黃" userId="295028675c722a23" providerId="LiveId" clId="{5DB51548-4040-4721-BFBE-F5C1C5C4872B}" dt="2024-07-01T17:45:05.324" v="613"/>
          <ac:graphicFrameMkLst>
            <pc:docMk/>
            <pc:sldMk cId="4083161108" sldId="272"/>
            <ac:graphicFrameMk id="6" creationId="{D04D2D09-7DCD-BDED-8AA0-4DC4835DBD63}"/>
          </ac:graphicFrameMkLst>
        </pc:graphicFrameChg>
        <pc:graphicFrameChg chg="add mod">
          <ac:chgData name="啟惟 黃" userId="295028675c722a23" providerId="LiveId" clId="{5DB51548-4040-4721-BFBE-F5C1C5C4872B}" dt="2024-07-01T17:45:05.324" v="613"/>
          <ac:graphicFrameMkLst>
            <pc:docMk/>
            <pc:sldMk cId="4083161108" sldId="272"/>
            <ac:graphicFrameMk id="7" creationId="{4FF336E6-F838-50EC-2095-877C7D7F8164}"/>
          </ac:graphicFrameMkLst>
        </pc:graphicFrameChg>
        <pc:graphicFrameChg chg="add mod modGraphic">
          <ac:chgData name="啟惟 黃" userId="295028675c722a23" providerId="LiveId" clId="{5DB51548-4040-4721-BFBE-F5C1C5C4872B}" dt="2024-07-01T18:01:01.017" v="679" actId="14100"/>
          <ac:graphicFrameMkLst>
            <pc:docMk/>
            <pc:sldMk cId="4083161108" sldId="272"/>
            <ac:graphicFrameMk id="8" creationId="{96817E6C-40D9-8BD4-10DD-9678890ECE3F}"/>
          </ac:graphicFrameMkLst>
        </pc:graphicFrameChg>
        <pc:graphicFrameChg chg="add mod">
          <ac:chgData name="啟惟 黃" userId="295028675c722a23" providerId="LiveId" clId="{5DB51548-4040-4721-BFBE-F5C1C5C4872B}" dt="2024-07-01T17:45:05.324" v="613"/>
          <ac:graphicFrameMkLst>
            <pc:docMk/>
            <pc:sldMk cId="4083161108" sldId="272"/>
            <ac:graphicFrameMk id="8" creationId="{FC093368-4532-4E99-A387-9873A4414A2A}"/>
          </ac:graphicFrameMkLst>
        </pc:graphicFrameChg>
        <pc:graphicFrameChg chg="add del mod">
          <ac:chgData name="啟惟 黃" userId="295028675c722a23" providerId="LiveId" clId="{5DB51548-4040-4721-BFBE-F5C1C5C4872B}" dt="2024-07-01T17:58:34.578" v="656" actId="478"/>
          <ac:graphicFrameMkLst>
            <pc:docMk/>
            <pc:sldMk cId="4083161108" sldId="272"/>
            <ac:graphicFrameMk id="9" creationId="{59467135-2083-88C1-86FF-2C71BFDBFD8F}"/>
          </ac:graphicFrameMkLst>
        </pc:graphicFrameChg>
        <pc:graphicFrameChg chg="add mod">
          <ac:chgData name="啟惟 黃" userId="295028675c722a23" providerId="LiveId" clId="{5DB51548-4040-4721-BFBE-F5C1C5C4872B}" dt="2024-07-01T17:45:05.324" v="613"/>
          <ac:graphicFrameMkLst>
            <pc:docMk/>
            <pc:sldMk cId="4083161108" sldId="272"/>
            <ac:graphicFrameMk id="9" creationId="{6442631E-3933-1392-EBD6-1B88C53F0A16}"/>
          </ac:graphicFrameMkLst>
        </pc:graphicFrameChg>
        <pc:graphicFrameChg chg="add mod">
          <ac:chgData name="啟惟 黃" userId="295028675c722a23" providerId="LiveId" clId="{5DB51548-4040-4721-BFBE-F5C1C5C4872B}" dt="2024-07-01T17:45:05.324" v="613"/>
          <ac:graphicFrameMkLst>
            <pc:docMk/>
            <pc:sldMk cId="4083161108" sldId="272"/>
            <ac:graphicFrameMk id="10" creationId="{5DDFFAA3-77B2-228C-6F63-2153CD332E1A}"/>
          </ac:graphicFrameMkLst>
        </pc:graphicFrameChg>
        <pc:graphicFrameChg chg="add mod">
          <ac:chgData name="啟惟 黃" userId="295028675c722a23" providerId="LiveId" clId="{5DB51548-4040-4721-BFBE-F5C1C5C4872B}" dt="2024-07-01T17:45:05.324" v="613"/>
          <ac:graphicFrameMkLst>
            <pc:docMk/>
            <pc:sldMk cId="4083161108" sldId="272"/>
            <ac:graphicFrameMk id="11" creationId="{ABC2742A-B14D-62B0-0D05-F08BAC77E92C}"/>
          </ac:graphicFrameMkLst>
        </pc:graphicFrameChg>
        <pc:graphicFrameChg chg="add mod">
          <ac:chgData name="啟惟 黃" userId="295028675c722a23" providerId="LiveId" clId="{5DB51548-4040-4721-BFBE-F5C1C5C4872B}" dt="2024-07-01T17:45:05.324" v="613"/>
          <ac:graphicFrameMkLst>
            <pc:docMk/>
            <pc:sldMk cId="4083161108" sldId="272"/>
            <ac:graphicFrameMk id="12" creationId="{0D88F9B9-96DA-A505-3DE3-348395AE09A7}"/>
          </ac:graphicFrameMkLst>
        </pc:graphicFrameChg>
        <pc:graphicFrameChg chg="add mod">
          <ac:chgData name="啟惟 黃" userId="295028675c722a23" providerId="LiveId" clId="{5DB51548-4040-4721-BFBE-F5C1C5C4872B}" dt="2024-07-01T17:45:05.324" v="613"/>
          <ac:graphicFrameMkLst>
            <pc:docMk/>
            <pc:sldMk cId="4083161108" sldId="272"/>
            <ac:graphicFrameMk id="13" creationId="{EC92E7D5-4AB4-3A36-2AA6-244D4A3B6C16}"/>
          </ac:graphicFrameMkLst>
        </pc:graphicFrameChg>
        <pc:graphicFrameChg chg="add mod">
          <ac:chgData name="啟惟 黃" userId="295028675c722a23" providerId="LiveId" clId="{5DB51548-4040-4721-BFBE-F5C1C5C4872B}" dt="2024-07-01T17:45:05.324" v="613"/>
          <ac:graphicFrameMkLst>
            <pc:docMk/>
            <pc:sldMk cId="4083161108" sldId="272"/>
            <ac:graphicFrameMk id="14" creationId="{CB5F1B23-58D0-735C-B213-41628F8F2D1A}"/>
          </ac:graphicFrameMkLst>
        </pc:graphicFrameChg>
        <pc:graphicFrameChg chg="add mod">
          <ac:chgData name="啟惟 黃" userId="295028675c722a23" providerId="LiveId" clId="{5DB51548-4040-4721-BFBE-F5C1C5C4872B}" dt="2024-07-01T17:45:05.324" v="613"/>
          <ac:graphicFrameMkLst>
            <pc:docMk/>
            <pc:sldMk cId="4083161108" sldId="272"/>
            <ac:graphicFrameMk id="15" creationId="{CD85904E-066D-0B22-5B82-5ABEB13835FF}"/>
          </ac:graphicFrameMkLst>
        </pc:graphicFrameChg>
        <pc:graphicFrameChg chg="add mod modGraphic">
          <ac:chgData name="啟惟 黃" userId="295028675c722a23" providerId="LiveId" clId="{5DB51548-4040-4721-BFBE-F5C1C5C4872B}" dt="2024-07-01T17:45:10.306" v="615" actId="14100"/>
          <ac:graphicFrameMkLst>
            <pc:docMk/>
            <pc:sldMk cId="4083161108" sldId="272"/>
            <ac:graphicFrameMk id="16" creationId="{360AA35A-FACB-FB23-B9D1-042DF167D41F}"/>
          </ac:graphicFrameMkLst>
        </pc:graphicFrameChg>
        <pc:graphicFrameChg chg="add del mod modGraphic">
          <ac:chgData name="啟惟 黃" userId="295028675c722a23" providerId="LiveId" clId="{5DB51548-4040-4721-BFBE-F5C1C5C4872B}" dt="2024-07-01T17:54:50.937" v="632" actId="478"/>
          <ac:graphicFrameMkLst>
            <pc:docMk/>
            <pc:sldMk cId="4083161108" sldId="272"/>
            <ac:graphicFrameMk id="17" creationId="{2B731AF7-A21F-D83D-32C5-FE39EA307C51}"/>
          </ac:graphicFrameMkLst>
        </pc:graphicFrameChg>
        <pc:picChg chg="add mod ord">
          <ac:chgData name="啟惟 黃" userId="295028675c722a23" providerId="LiveId" clId="{5DB51548-4040-4721-BFBE-F5C1C5C4872B}" dt="2024-07-01T17:45:35.764" v="619" actId="1076"/>
          <ac:picMkLst>
            <pc:docMk/>
            <pc:sldMk cId="4083161108" sldId="272"/>
            <ac:picMk id="4" creationId="{93FFC4C2-CC5C-E541-AD97-B3D13EFDC672}"/>
          </ac:picMkLst>
        </pc:picChg>
        <pc:picChg chg="mod">
          <ac:chgData name="啟惟 黃" userId="295028675c722a23" providerId="LiveId" clId="{5DB51548-4040-4721-BFBE-F5C1C5C4872B}" dt="2024-07-01T17:59:17.282" v="666"/>
          <ac:picMkLst>
            <pc:docMk/>
            <pc:sldMk cId="4083161108" sldId="272"/>
            <ac:picMk id="11" creationId="{9DFC6788-649A-E71D-A55F-2BE22447FD44}"/>
          </ac:picMkLst>
        </pc:picChg>
        <pc:picChg chg="mod">
          <ac:chgData name="啟惟 黃" userId="295028675c722a23" providerId="LiveId" clId="{5DB51548-4040-4721-BFBE-F5C1C5C4872B}" dt="2024-07-01T17:59:17.282" v="666"/>
          <ac:picMkLst>
            <pc:docMk/>
            <pc:sldMk cId="4083161108" sldId="272"/>
            <ac:picMk id="12" creationId="{F0FB4247-1EEE-7F08-FC74-11C80E9755A2}"/>
          </ac:picMkLst>
        </pc:picChg>
        <pc:picChg chg="mod">
          <ac:chgData name="啟惟 黃" userId="295028675c722a23" providerId="LiveId" clId="{5DB51548-4040-4721-BFBE-F5C1C5C4872B}" dt="2024-07-01T17:59:17.282" v="666"/>
          <ac:picMkLst>
            <pc:docMk/>
            <pc:sldMk cId="4083161108" sldId="272"/>
            <ac:picMk id="13" creationId="{EE318E4F-19DD-6018-39CE-30785B5A6EC6}"/>
          </ac:picMkLst>
        </pc:picChg>
        <pc:picChg chg="mod">
          <ac:chgData name="啟惟 黃" userId="295028675c722a23" providerId="LiveId" clId="{5DB51548-4040-4721-BFBE-F5C1C5C4872B}" dt="2024-07-01T17:59:17.282" v="666"/>
          <ac:picMkLst>
            <pc:docMk/>
            <pc:sldMk cId="4083161108" sldId="272"/>
            <ac:picMk id="14" creationId="{2B638F45-39A0-7624-4823-7BDF222E15D1}"/>
          </ac:picMkLst>
        </pc:picChg>
      </pc:sldChg>
      <pc:sldChg chg="addSp delSp modSp new mod">
        <pc:chgData name="啟惟 黃" userId="295028675c722a23" providerId="LiveId" clId="{5DB51548-4040-4721-BFBE-F5C1C5C4872B}" dt="2024-07-02T16:27:27.882" v="878"/>
        <pc:sldMkLst>
          <pc:docMk/>
          <pc:sldMk cId="486173339" sldId="273"/>
        </pc:sldMkLst>
        <pc:spChg chg="add mod">
          <ac:chgData name="啟惟 黃" userId="295028675c722a23" providerId="LiveId" clId="{5DB51548-4040-4721-BFBE-F5C1C5C4872B}" dt="2024-07-02T16:24:26.493" v="860" actId="1035"/>
          <ac:spMkLst>
            <pc:docMk/>
            <pc:sldMk cId="486173339" sldId="273"/>
            <ac:spMk id="6" creationId="{513A4A09-C467-96DE-0BC0-370B54BC466A}"/>
          </ac:spMkLst>
        </pc:spChg>
        <pc:spChg chg="add mod">
          <ac:chgData name="啟惟 黃" userId="295028675c722a23" providerId="LiveId" clId="{5DB51548-4040-4721-BFBE-F5C1C5C4872B}" dt="2024-07-02T16:24:26.493" v="860" actId="1035"/>
          <ac:spMkLst>
            <pc:docMk/>
            <pc:sldMk cId="486173339" sldId="273"/>
            <ac:spMk id="8" creationId="{3525E940-ECD1-8633-409F-6C1E737DA7DF}"/>
          </ac:spMkLst>
        </pc:spChg>
        <pc:spChg chg="add mod">
          <ac:chgData name="啟惟 黃" userId="295028675c722a23" providerId="LiveId" clId="{5DB51548-4040-4721-BFBE-F5C1C5C4872B}" dt="2024-07-02T16:24:26.493" v="860" actId="1035"/>
          <ac:spMkLst>
            <pc:docMk/>
            <pc:sldMk cId="486173339" sldId="273"/>
            <ac:spMk id="10" creationId="{9809A151-A029-963A-4EFC-E5700BE1BCA3}"/>
          </ac:spMkLst>
        </pc:spChg>
        <pc:spChg chg="add mod">
          <ac:chgData name="啟惟 黃" userId="295028675c722a23" providerId="LiveId" clId="{5DB51548-4040-4721-BFBE-F5C1C5C4872B}" dt="2024-07-02T16:24:26.493" v="860" actId="1035"/>
          <ac:spMkLst>
            <pc:docMk/>
            <pc:sldMk cId="486173339" sldId="273"/>
            <ac:spMk id="12" creationId="{7FC54048-6A09-6584-28BA-A72801CC8A8C}"/>
          </ac:spMkLst>
        </pc:spChg>
        <pc:spChg chg="add mod">
          <ac:chgData name="啟惟 黃" userId="295028675c722a23" providerId="LiveId" clId="{5DB51548-4040-4721-BFBE-F5C1C5C4872B}" dt="2024-07-02T16:26:49.536" v="876" actId="1076"/>
          <ac:spMkLst>
            <pc:docMk/>
            <pc:sldMk cId="486173339" sldId="273"/>
            <ac:spMk id="14" creationId="{2922563C-23C0-7BE6-9374-D958C43C4480}"/>
          </ac:spMkLst>
        </pc:spChg>
        <pc:spChg chg="mod">
          <ac:chgData name="啟惟 黃" userId="295028675c722a23" providerId="LiveId" clId="{5DB51548-4040-4721-BFBE-F5C1C5C4872B}" dt="2024-07-02T16:25:45.940" v="868" actId="1076"/>
          <ac:spMkLst>
            <pc:docMk/>
            <pc:sldMk cId="486173339" sldId="273"/>
            <ac:spMk id="15" creationId="{82E03496-68C3-3113-C060-53EECAA9D34C}"/>
          </ac:spMkLst>
        </pc:spChg>
        <pc:spChg chg="mod">
          <ac:chgData name="啟惟 黃" userId="295028675c722a23" providerId="LiveId" clId="{5DB51548-4040-4721-BFBE-F5C1C5C4872B}" dt="2024-07-02T16:26:00.713" v="869" actId="1076"/>
          <ac:spMkLst>
            <pc:docMk/>
            <pc:sldMk cId="486173339" sldId="273"/>
            <ac:spMk id="17" creationId="{A52BFCFB-DB52-3D97-6633-643409F37824}"/>
          </ac:spMkLst>
        </pc:spChg>
        <pc:spChg chg="add mod">
          <ac:chgData name="啟惟 黃" userId="295028675c722a23" providerId="LiveId" clId="{5DB51548-4040-4721-BFBE-F5C1C5C4872B}" dt="2024-07-02T16:24:26.493" v="860" actId="1035"/>
          <ac:spMkLst>
            <pc:docMk/>
            <pc:sldMk cId="486173339" sldId="273"/>
            <ac:spMk id="18" creationId="{4AEF24CD-01C2-FDB4-3883-5CA8BABF2B2A}"/>
          </ac:spMkLst>
        </pc:spChg>
        <pc:spChg chg="mod">
          <ac:chgData name="啟惟 黃" userId="295028675c722a23" providerId="LiveId" clId="{5DB51548-4040-4721-BFBE-F5C1C5C4872B}" dt="2024-07-02T16:25:20.162" v="866" actId="1076"/>
          <ac:spMkLst>
            <pc:docMk/>
            <pc:sldMk cId="486173339" sldId="273"/>
            <ac:spMk id="19" creationId="{72132B2C-615F-A3AB-0CEC-D94DB163C2A0}"/>
          </ac:spMkLst>
        </pc:spChg>
        <pc:spChg chg="mod">
          <ac:chgData name="啟惟 黃" userId="295028675c722a23" providerId="LiveId" clId="{5DB51548-4040-4721-BFBE-F5C1C5C4872B}" dt="2024-07-02T16:25:30.593" v="867" actId="1076"/>
          <ac:spMkLst>
            <pc:docMk/>
            <pc:sldMk cId="486173339" sldId="273"/>
            <ac:spMk id="21" creationId="{74E03608-6215-41F0-504B-3F7DCF14C925}"/>
          </ac:spMkLst>
        </pc:spChg>
        <pc:spChg chg="add mod">
          <ac:chgData name="啟惟 黃" userId="295028675c722a23" providerId="LiveId" clId="{5DB51548-4040-4721-BFBE-F5C1C5C4872B}" dt="2024-07-02T16:24:26.493" v="860" actId="1035"/>
          <ac:spMkLst>
            <pc:docMk/>
            <pc:sldMk cId="486173339" sldId="273"/>
            <ac:spMk id="23" creationId="{599C56C5-A466-12D0-204E-073F8FDD04E0}"/>
          </ac:spMkLst>
        </pc:spChg>
        <pc:spChg chg="add mod">
          <ac:chgData name="啟惟 黃" userId="295028675c722a23" providerId="LiveId" clId="{5DB51548-4040-4721-BFBE-F5C1C5C4872B}" dt="2024-07-02T16:27:27.882" v="878"/>
          <ac:spMkLst>
            <pc:docMk/>
            <pc:sldMk cId="486173339" sldId="273"/>
            <ac:spMk id="24" creationId="{4A3EDDB7-D687-44CA-DE39-DDF16D21524C}"/>
          </ac:spMkLst>
        </pc:spChg>
        <pc:grpChg chg="mod">
          <ac:chgData name="啟惟 黃" userId="295028675c722a23" providerId="LiveId" clId="{5DB51548-4040-4721-BFBE-F5C1C5C4872B}" dt="2024-07-02T16:24:26.493" v="860" actId="1035"/>
          <ac:grpSpMkLst>
            <pc:docMk/>
            <pc:sldMk cId="486173339" sldId="273"/>
            <ac:grpSpMk id="22" creationId="{CD970217-44B2-E44D-2C66-7D4287CA6820}"/>
          </ac:grpSpMkLst>
        </pc:grpChg>
        <pc:picChg chg="add del mod">
          <ac:chgData name="啟惟 黃" userId="295028675c722a23" providerId="LiveId" clId="{5DB51548-4040-4721-BFBE-F5C1C5C4872B}" dt="2024-07-01T18:03:57.300" v="697" actId="478"/>
          <ac:picMkLst>
            <pc:docMk/>
            <pc:sldMk cId="486173339" sldId="273"/>
            <ac:picMk id="4" creationId="{00000000-0000-0000-0000-000000000000}"/>
          </ac:picMkLst>
        </pc:picChg>
        <pc:picChg chg="mod">
          <ac:chgData name="啟惟 黃" userId="295028675c722a23" providerId="LiveId" clId="{5DB51548-4040-4721-BFBE-F5C1C5C4872B}" dt="2024-07-02T16:27:06.463" v="877" actId="14100"/>
          <ac:picMkLst>
            <pc:docMk/>
            <pc:sldMk cId="486173339" sldId="273"/>
            <ac:picMk id="31" creationId="{EE3A0417-C449-6CB9-E68D-2BF4D3C1F8EB}"/>
          </ac:picMkLst>
        </pc:picChg>
        <pc:picChg chg="mod">
          <ac:chgData name="啟惟 黃" userId="295028675c722a23" providerId="LiveId" clId="{5DB51548-4040-4721-BFBE-F5C1C5C4872B}" dt="2024-07-02T16:26:35.110" v="875" actId="1037"/>
          <ac:picMkLst>
            <pc:docMk/>
            <pc:sldMk cId="486173339" sldId="273"/>
            <ac:picMk id="32" creationId="{C3A8DBFD-B3EE-6BEF-5320-6963ED0000AF}"/>
          </ac:picMkLst>
        </pc:picChg>
      </pc:sldChg>
      <pc:sldChg chg="addSp delSp modSp new mod">
        <pc:chgData name="啟惟 黃" userId="295028675c722a23" providerId="LiveId" clId="{5DB51548-4040-4721-BFBE-F5C1C5C4872B}" dt="2024-07-03T15:56:18.597" v="940" actId="1076"/>
        <pc:sldMkLst>
          <pc:docMk/>
          <pc:sldMk cId="1111755251" sldId="274"/>
        </pc:sldMkLst>
        <pc:spChg chg="mod">
          <ac:chgData name="啟惟 黃" userId="295028675c722a23" providerId="LiveId" clId="{5DB51548-4040-4721-BFBE-F5C1C5C4872B}" dt="2024-07-02T17:04:28.046" v="912" actId="14100"/>
          <ac:spMkLst>
            <pc:docMk/>
            <pc:sldMk cId="1111755251" sldId="274"/>
            <ac:spMk id="2" creationId="{D1711E60-4785-BC40-D447-B9782D87EE34}"/>
          </ac:spMkLst>
        </pc:spChg>
        <pc:spChg chg="del">
          <ac:chgData name="啟惟 黃" userId="295028675c722a23" providerId="LiveId" clId="{5DB51548-4040-4721-BFBE-F5C1C5C4872B}" dt="2024-07-02T17:04:24.655" v="911" actId="478"/>
          <ac:spMkLst>
            <pc:docMk/>
            <pc:sldMk cId="1111755251" sldId="274"/>
            <ac:spMk id="3" creationId="{596A3CB1-433D-0154-D297-A9A86FB8F007}"/>
          </ac:spMkLst>
        </pc:spChg>
        <pc:spChg chg="add mod">
          <ac:chgData name="啟惟 黃" userId="295028675c722a23" providerId="LiveId" clId="{5DB51548-4040-4721-BFBE-F5C1C5C4872B}" dt="2024-07-03T15:56:15.728" v="939" actId="1076"/>
          <ac:spMkLst>
            <pc:docMk/>
            <pc:sldMk cId="1111755251" sldId="274"/>
            <ac:spMk id="11" creationId="{9F895202-8194-E051-294B-9D5EE6EBA0A3}"/>
          </ac:spMkLst>
        </pc:spChg>
        <pc:spChg chg="add mod">
          <ac:chgData name="啟惟 黃" userId="295028675c722a23" providerId="LiveId" clId="{5DB51548-4040-4721-BFBE-F5C1C5C4872B}" dt="2024-07-02T17:05:50.590" v="919" actId="1076"/>
          <ac:spMkLst>
            <pc:docMk/>
            <pc:sldMk cId="1111755251" sldId="274"/>
            <ac:spMk id="13" creationId="{C68D7AAF-A529-8DB2-DC45-67211AC51EAA}"/>
          </ac:spMkLst>
        </pc:spChg>
        <pc:graphicFrameChg chg="add mod modGraphic">
          <ac:chgData name="啟惟 黃" userId="295028675c722a23" providerId="LiveId" clId="{5DB51548-4040-4721-BFBE-F5C1C5C4872B}" dt="2024-07-03T15:56:18.597" v="940" actId="1076"/>
          <ac:graphicFrameMkLst>
            <pc:docMk/>
            <pc:sldMk cId="1111755251" sldId="274"/>
            <ac:graphicFrameMk id="4" creationId="{69B15ADD-AFAB-1BB4-3B45-9A9EA4E294B5}"/>
          </ac:graphicFrameMkLst>
        </pc:graphicFrameChg>
        <pc:graphicFrameChg chg="add mod">
          <ac:chgData name="啟惟 黃" userId="295028675c722a23" providerId="LiveId" clId="{5DB51548-4040-4721-BFBE-F5C1C5C4872B}" dt="2024-07-02T17:06:40.041" v="928" actId="1076"/>
          <ac:graphicFrameMkLst>
            <pc:docMk/>
            <pc:sldMk cId="1111755251" sldId="274"/>
            <ac:graphicFrameMk id="5" creationId="{B0D8548B-8AB9-2D6D-A748-0D3FFEFFB471}"/>
          </ac:graphicFrameMkLst>
        </pc:graphicFrameChg>
        <pc:graphicFrameChg chg="add mod">
          <ac:chgData name="啟惟 黃" userId="295028675c722a23" providerId="LiveId" clId="{5DB51548-4040-4721-BFBE-F5C1C5C4872B}" dt="2024-07-02T16:58:38.594" v="901"/>
          <ac:graphicFrameMkLst>
            <pc:docMk/>
            <pc:sldMk cId="1111755251" sldId="274"/>
            <ac:graphicFrameMk id="6" creationId="{44E13E67-E93D-96CA-E2EC-AF33B7D17650}"/>
          </ac:graphicFrameMkLst>
        </pc:graphicFrameChg>
        <pc:graphicFrameChg chg="add mod">
          <ac:chgData name="啟惟 黃" userId="295028675c722a23" providerId="LiveId" clId="{5DB51548-4040-4721-BFBE-F5C1C5C4872B}" dt="2024-07-02T16:58:38.594" v="901"/>
          <ac:graphicFrameMkLst>
            <pc:docMk/>
            <pc:sldMk cId="1111755251" sldId="274"/>
            <ac:graphicFrameMk id="7" creationId="{3243DA25-D7EB-E766-4B36-134F25969D2F}"/>
          </ac:graphicFrameMkLst>
        </pc:graphicFrameChg>
        <pc:graphicFrameChg chg="add mod">
          <ac:chgData name="啟惟 黃" userId="295028675c722a23" providerId="LiveId" clId="{5DB51548-4040-4721-BFBE-F5C1C5C4872B}" dt="2024-07-02T16:58:38.594" v="901"/>
          <ac:graphicFrameMkLst>
            <pc:docMk/>
            <pc:sldMk cId="1111755251" sldId="274"/>
            <ac:graphicFrameMk id="8" creationId="{4AD279B6-A951-1146-EEA6-9F2216B67D99}"/>
          </ac:graphicFrameMkLst>
        </pc:graphicFrameChg>
        <pc:graphicFrameChg chg="add mod">
          <ac:chgData name="啟惟 黃" userId="295028675c722a23" providerId="LiveId" clId="{5DB51548-4040-4721-BFBE-F5C1C5C4872B}" dt="2024-07-02T16:58:49.319" v="903" actId="1076"/>
          <ac:graphicFrameMkLst>
            <pc:docMk/>
            <pc:sldMk cId="1111755251" sldId="274"/>
            <ac:graphicFrameMk id="9" creationId="{F53D85FD-F674-9B06-E511-57D449B4BEEA}"/>
          </ac:graphicFrameMkLst>
        </pc:graphicFrameChg>
      </pc:sldChg>
    </pc:docChg>
  </pc:docChgLst>
  <pc:docChgLst>
    <pc:chgData name="啟惟 黃" userId="295028675c722a23" providerId="LiveId" clId="{FEA7CCFE-4AF4-46A2-A28A-5146B975DD40}"/>
    <pc:docChg chg="undo redo custSel addSld delSld modSld sldOrd">
      <pc:chgData name="啟惟 黃" userId="295028675c722a23" providerId="LiveId" clId="{FEA7CCFE-4AF4-46A2-A28A-5146B975DD40}" dt="2024-07-08T08:35:14.784" v="2452" actId="20577"/>
      <pc:docMkLst>
        <pc:docMk/>
      </pc:docMkLst>
      <pc:sldChg chg="modSp mod">
        <pc:chgData name="啟惟 黃" userId="295028675c722a23" providerId="LiveId" clId="{FEA7CCFE-4AF4-46A2-A28A-5146B975DD40}" dt="2024-07-05T02:39:53.343" v="1675" actId="113"/>
        <pc:sldMkLst>
          <pc:docMk/>
          <pc:sldMk cId="0" sldId="256"/>
        </pc:sldMkLst>
        <pc:spChg chg="mod">
          <ac:chgData name="啟惟 黃" userId="295028675c722a23" providerId="LiveId" clId="{FEA7CCFE-4AF4-46A2-A28A-5146B975DD40}" dt="2024-07-05T02:39:53.343" v="1675" actId="113"/>
          <ac:spMkLst>
            <pc:docMk/>
            <pc:sldMk cId="0" sldId="256"/>
            <ac:spMk id="2" creationId="{00000000-0000-0000-0000-000000000000}"/>
          </ac:spMkLst>
        </pc:spChg>
      </pc:sldChg>
      <pc:sldChg chg="modSp mod">
        <pc:chgData name="啟惟 黃" userId="295028675c722a23" providerId="LiveId" clId="{FEA7CCFE-4AF4-46A2-A28A-5146B975DD40}" dt="2024-07-02T04:23:35.143" v="392" actId="1076"/>
        <pc:sldMkLst>
          <pc:docMk/>
          <pc:sldMk cId="0" sldId="262"/>
        </pc:sldMkLst>
        <pc:spChg chg="mod">
          <ac:chgData name="啟惟 黃" userId="295028675c722a23" providerId="LiveId" clId="{FEA7CCFE-4AF4-46A2-A28A-5146B975DD40}" dt="2024-07-02T04:23:35.143" v="392" actId="1076"/>
          <ac:spMkLst>
            <pc:docMk/>
            <pc:sldMk cId="0" sldId="262"/>
            <ac:spMk id="3" creationId="{00000000-0000-0000-0000-000000000000}"/>
          </ac:spMkLst>
        </pc:spChg>
        <pc:grpChg chg="mod">
          <ac:chgData name="啟惟 黃" userId="295028675c722a23" providerId="LiveId" clId="{FEA7CCFE-4AF4-46A2-A28A-5146B975DD40}" dt="2024-07-02T04:22:48.474" v="389" actId="1076"/>
          <ac:grpSpMkLst>
            <pc:docMk/>
            <pc:sldMk cId="0" sldId="262"/>
            <ac:grpSpMk id="12" creationId="{00000000-0000-0000-0000-000000000000}"/>
          </ac:grpSpMkLst>
        </pc:grpChg>
      </pc:sldChg>
      <pc:sldChg chg="delSp modSp del mod">
        <pc:chgData name="啟惟 黃" userId="295028675c722a23" providerId="LiveId" clId="{FEA7CCFE-4AF4-46A2-A28A-5146B975DD40}" dt="2024-07-04T02:53:14.751" v="683" actId="2696"/>
        <pc:sldMkLst>
          <pc:docMk/>
          <pc:sldMk cId="0" sldId="263"/>
        </pc:sldMkLst>
        <pc:graphicFrameChg chg="del modGraphic">
          <ac:chgData name="啟惟 黃" userId="295028675c722a23" providerId="LiveId" clId="{FEA7CCFE-4AF4-46A2-A28A-5146B975DD40}" dt="2024-07-03T07:25:01.399" v="473" actId="21"/>
          <ac:graphicFrameMkLst>
            <pc:docMk/>
            <pc:sldMk cId="0" sldId="263"/>
            <ac:graphicFrameMk id="43" creationId="{00000000-0000-0000-0000-000000000000}"/>
          </ac:graphicFrameMkLst>
        </pc:graphicFrameChg>
        <pc:picChg chg="del">
          <ac:chgData name="啟惟 黃" userId="295028675c722a23" providerId="LiveId" clId="{FEA7CCFE-4AF4-46A2-A28A-5146B975DD40}" dt="2024-07-03T07:24:51.990" v="470" actId="478"/>
          <ac:picMkLst>
            <pc:docMk/>
            <pc:sldMk cId="0" sldId="263"/>
            <ac:picMk id="77" creationId="{00000000-0000-0000-0000-000000000000}"/>
          </ac:picMkLst>
        </pc:picChg>
      </pc:sldChg>
      <pc:sldChg chg="del">
        <pc:chgData name="啟惟 黃" userId="295028675c722a23" providerId="LiveId" clId="{FEA7CCFE-4AF4-46A2-A28A-5146B975DD40}" dt="2024-07-04T02:53:14.751" v="683" actId="2696"/>
        <pc:sldMkLst>
          <pc:docMk/>
          <pc:sldMk cId="0" sldId="264"/>
        </pc:sldMkLst>
      </pc:sldChg>
      <pc:sldChg chg="del">
        <pc:chgData name="啟惟 黃" userId="295028675c722a23" providerId="LiveId" clId="{FEA7CCFE-4AF4-46A2-A28A-5146B975DD40}" dt="2024-07-04T02:53:14.751" v="683" actId="2696"/>
        <pc:sldMkLst>
          <pc:docMk/>
          <pc:sldMk cId="0" sldId="265"/>
        </pc:sldMkLst>
      </pc:sldChg>
      <pc:sldChg chg="addSp delSp modSp del mod">
        <pc:chgData name="啟惟 黃" userId="295028675c722a23" providerId="LiveId" clId="{FEA7CCFE-4AF4-46A2-A28A-5146B975DD40}" dt="2024-07-04T02:54:18.310" v="692" actId="47"/>
        <pc:sldMkLst>
          <pc:docMk/>
          <pc:sldMk cId="0" sldId="266"/>
        </pc:sldMkLst>
        <pc:spChg chg="del">
          <ac:chgData name="啟惟 黃" userId="295028675c722a23" providerId="LiveId" clId="{FEA7CCFE-4AF4-46A2-A28A-5146B975DD40}" dt="2024-07-04T02:53:35.888" v="684" actId="478"/>
          <ac:spMkLst>
            <pc:docMk/>
            <pc:sldMk cId="0" sldId="266"/>
            <ac:spMk id="2" creationId="{00000000-0000-0000-0000-000000000000}"/>
          </ac:spMkLst>
        </pc:spChg>
        <pc:spChg chg="add del mod">
          <ac:chgData name="啟惟 黃" userId="295028675c722a23" providerId="LiveId" clId="{FEA7CCFE-4AF4-46A2-A28A-5146B975DD40}" dt="2024-07-04T02:53:37.361" v="685" actId="478"/>
          <ac:spMkLst>
            <pc:docMk/>
            <pc:sldMk cId="0" sldId="266"/>
            <ac:spMk id="8" creationId="{CA9674AF-4C03-6F4F-266D-0C1C29509930}"/>
          </ac:spMkLst>
        </pc:spChg>
        <pc:picChg chg="mod">
          <ac:chgData name="啟惟 黃" userId="295028675c722a23" providerId="LiveId" clId="{FEA7CCFE-4AF4-46A2-A28A-5146B975DD40}" dt="2024-07-04T02:53:40.496" v="686" actId="1076"/>
          <ac:picMkLst>
            <pc:docMk/>
            <pc:sldMk cId="0" sldId="266"/>
            <ac:picMk id="6" creationId="{00000000-0000-0000-0000-000000000000}"/>
          </ac:picMkLst>
        </pc:picChg>
      </pc:sldChg>
      <pc:sldChg chg="addSp delSp modSp mod">
        <pc:chgData name="啟惟 黃" userId="295028675c722a23" providerId="LiveId" clId="{FEA7CCFE-4AF4-46A2-A28A-5146B975DD40}" dt="2024-07-05T02:49:33.332" v="1787" actId="113"/>
        <pc:sldMkLst>
          <pc:docMk/>
          <pc:sldMk cId="0" sldId="267"/>
        </pc:sldMkLst>
        <pc:spChg chg="del mod">
          <ac:chgData name="啟惟 黃" userId="295028675c722a23" providerId="LiveId" clId="{FEA7CCFE-4AF4-46A2-A28A-5146B975DD40}" dt="2024-07-05T02:49:08.092" v="1781" actId="478"/>
          <ac:spMkLst>
            <pc:docMk/>
            <pc:sldMk cId="0" sldId="267"/>
            <ac:spMk id="4" creationId="{00000000-0000-0000-0000-000000000000}"/>
          </ac:spMkLst>
        </pc:spChg>
        <pc:spChg chg="add mod">
          <ac:chgData name="啟惟 黃" userId="295028675c722a23" providerId="LiveId" clId="{FEA7CCFE-4AF4-46A2-A28A-5146B975DD40}" dt="2024-07-05T02:48:29.895" v="1778" actId="14100"/>
          <ac:spMkLst>
            <pc:docMk/>
            <pc:sldMk cId="0" sldId="267"/>
            <ac:spMk id="6" creationId="{0FF99070-1AFC-B46E-E95E-D7BB949339BE}"/>
          </ac:spMkLst>
        </pc:spChg>
        <pc:spChg chg="add mod">
          <ac:chgData name="啟惟 黃" userId="295028675c722a23" providerId="LiveId" clId="{FEA7CCFE-4AF4-46A2-A28A-5146B975DD40}" dt="2024-07-05T02:49:33.332" v="1787" actId="113"/>
          <ac:spMkLst>
            <pc:docMk/>
            <pc:sldMk cId="0" sldId="267"/>
            <ac:spMk id="7" creationId="{0F9359D3-1D6C-D1CB-F895-7BCA182706EE}"/>
          </ac:spMkLst>
        </pc:spChg>
        <pc:spChg chg="add del mod">
          <ac:chgData name="啟惟 黃" userId="295028675c722a23" providerId="LiveId" clId="{FEA7CCFE-4AF4-46A2-A28A-5146B975DD40}" dt="2024-07-05T02:46:10.973" v="1760" actId="478"/>
          <ac:spMkLst>
            <pc:docMk/>
            <pc:sldMk cId="0" sldId="267"/>
            <ac:spMk id="7" creationId="{D9EDADCA-1BDA-5AB1-8DFF-260DCD2DCE5B}"/>
          </ac:spMkLst>
        </pc:spChg>
      </pc:sldChg>
      <pc:sldChg chg="modSp mod">
        <pc:chgData name="啟惟 黃" userId="295028675c722a23" providerId="LiveId" clId="{FEA7CCFE-4AF4-46A2-A28A-5146B975DD40}" dt="2024-07-08T08:31:36.298" v="2429" actId="1076"/>
        <pc:sldMkLst>
          <pc:docMk/>
          <pc:sldMk cId="2439693169" sldId="268"/>
        </pc:sldMkLst>
        <pc:spChg chg="mod">
          <ac:chgData name="啟惟 黃" userId="295028675c722a23" providerId="LiveId" clId="{FEA7CCFE-4AF4-46A2-A28A-5146B975DD40}" dt="2024-07-08T08:31:36.298" v="2429" actId="1076"/>
          <ac:spMkLst>
            <pc:docMk/>
            <pc:sldMk cId="2439693169" sldId="268"/>
            <ac:spMk id="2" creationId="{AFE60869-348E-B3CD-F032-800AE84023FB}"/>
          </ac:spMkLst>
        </pc:spChg>
        <pc:spChg chg="mod">
          <ac:chgData name="啟惟 黃" userId="295028675c722a23" providerId="LiveId" clId="{FEA7CCFE-4AF4-46A2-A28A-5146B975DD40}" dt="2024-07-08T08:29:08.073" v="2411" actId="20577"/>
          <ac:spMkLst>
            <pc:docMk/>
            <pc:sldMk cId="2439693169" sldId="268"/>
            <ac:spMk id="3" creationId="{9D40A1B5-6C76-581A-D5D5-6645735626C6}"/>
          </ac:spMkLst>
        </pc:spChg>
        <pc:spChg chg="mod">
          <ac:chgData name="啟惟 黃" userId="295028675c722a23" providerId="LiveId" clId="{FEA7CCFE-4AF4-46A2-A28A-5146B975DD40}" dt="2024-07-08T08:29:16.249" v="2413" actId="20577"/>
          <ac:spMkLst>
            <pc:docMk/>
            <pc:sldMk cId="2439693169" sldId="268"/>
            <ac:spMk id="6" creationId="{625E34C2-06CA-FD8A-9ECC-5831B36EDCB1}"/>
          </ac:spMkLst>
        </pc:spChg>
      </pc:sldChg>
      <pc:sldChg chg="addSp delSp modSp mod">
        <pc:chgData name="啟惟 黃" userId="295028675c722a23" providerId="LiveId" clId="{FEA7CCFE-4AF4-46A2-A28A-5146B975DD40}" dt="2024-07-05T02:00:19.459" v="1343" actId="14100"/>
        <pc:sldMkLst>
          <pc:docMk/>
          <pc:sldMk cId="1345397876" sldId="269"/>
        </pc:sldMkLst>
        <pc:spChg chg="mod">
          <ac:chgData name="啟惟 黃" userId="295028675c722a23" providerId="LiveId" clId="{FEA7CCFE-4AF4-46A2-A28A-5146B975DD40}" dt="2024-07-05T02:00:19.459" v="1343" actId="14100"/>
          <ac:spMkLst>
            <pc:docMk/>
            <pc:sldMk cId="1345397876" sldId="269"/>
            <ac:spMk id="2" creationId="{8D998770-5487-B9B6-63FF-3DFE05C6EEAD}"/>
          </ac:spMkLst>
        </pc:spChg>
        <pc:spChg chg="mod">
          <ac:chgData name="啟惟 黃" userId="295028675c722a23" providerId="LiveId" clId="{FEA7CCFE-4AF4-46A2-A28A-5146B975DD40}" dt="2024-07-02T03:59:44.167" v="112" actId="255"/>
          <ac:spMkLst>
            <pc:docMk/>
            <pc:sldMk cId="1345397876" sldId="269"/>
            <ac:spMk id="3" creationId="{0FC5DE20-9010-094D-E5FA-3AC881BECE23}"/>
          </ac:spMkLst>
        </pc:spChg>
        <pc:spChg chg="mod">
          <ac:chgData name="啟惟 黃" userId="295028675c722a23" providerId="LiveId" clId="{FEA7CCFE-4AF4-46A2-A28A-5146B975DD40}" dt="2024-07-02T03:55:35.286" v="4" actId="14100"/>
          <ac:spMkLst>
            <pc:docMk/>
            <pc:sldMk cId="1345397876" sldId="269"/>
            <ac:spMk id="8" creationId="{0DE6A30A-A464-9909-2BC5-CE1C89EA5777}"/>
          </ac:spMkLst>
        </pc:spChg>
        <pc:picChg chg="mod">
          <ac:chgData name="啟惟 黃" userId="295028675c722a23" providerId="LiveId" clId="{FEA7CCFE-4AF4-46A2-A28A-5146B975DD40}" dt="2024-07-02T04:05:17.011" v="199" actId="1076"/>
          <ac:picMkLst>
            <pc:docMk/>
            <pc:sldMk cId="1345397876" sldId="269"/>
            <ac:picMk id="4" creationId="{821BC8DD-5C87-5837-0425-110A16495840}"/>
          </ac:picMkLst>
        </pc:picChg>
        <pc:picChg chg="mod">
          <ac:chgData name="啟惟 黃" userId="295028675c722a23" providerId="LiveId" clId="{FEA7CCFE-4AF4-46A2-A28A-5146B975DD40}" dt="2024-07-02T04:10:00.540" v="310" actId="14861"/>
          <ac:picMkLst>
            <pc:docMk/>
            <pc:sldMk cId="1345397876" sldId="269"/>
            <ac:picMk id="5" creationId="{7CE51904-B6DB-A806-EE64-1788D7DB6614}"/>
          </ac:picMkLst>
        </pc:picChg>
        <pc:picChg chg="add mod">
          <ac:chgData name="啟惟 黃" userId="295028675c722a23" providerId="LiveId" clId="{FEA7CCFE-4AF4-46A2-A28A-5146B975DD40}" dt="2024-07-02T04:05:56.376" v="211" actId="1076"/>
          <ac:picMkLst>
            <pc:docMk/>
            <pc:sldMk cId="1345397876" sldId="269"/>
            <ac:picMk id="10" creationId="{95B404D5-AD2F-B844-05CD-FBC984FD4615}"/>
          </ac:picMkLst>
        </pc:picChg>
        <pc:picChg chg="mod">
          <ac:chgData name="啟惟 黃" userId="295028675c722a23" providerId="LiveId" clId="{FEA7CCFE-4AF4-46A2-A28A-5146B975DD40}" dt="2024-07-02T04:09:21.326" v="309" actId="1035"/>
          <ac:picMkLst>
            <pc:docMk/>
            <pc:sldMk cId="1345397876" sldId="269"/>
            <ac:picMk id="11" creationId="{A98076D3-413A-E6DF-DA59-41521A39B311}"/>
          </ac:picMkLst>
        </pc:picChg>
        <pc:picChg chg="add del mod">
          <ac:chgData name="啟惟 黃" userId="295028675c722a23" providerId="LiveId" clId="{FEA7CCFE-4AF4-46A2-A28A-5146B975DD40}" dt="2024-07-02T04:09:21.326" v="309" actId="1035"/>
          <ac:picMkLst>
            <pc:docMk/>
            <pc:sldMk cId="1345397876" sldId="269"/>
            <ac:picMk id="15" creationId="{ED7B2639-B843-0C01-78B0-F879655C0669}"/>
          </ac:picMkLst>
        </pc:picChg>
      </pc:sldChg>
      <pc:sldChg chg="modSp mod">
        <pc:chgData name="啟惟 黃" userId="295028675c722a23" providerId="LiveId" clId="{FEA7CCFE-4AF4-46A2-A28A-5146B975DD40}" dt="2024-07-08T08:30:21.225" v="2414" actId="113"/>
        <pc:sldMkLst>
          <pc:docMk/>
          <pc:sldMk cId="1045514631" sldId="270"/>
        </pc:sldMkLst>
        <pc:spChg chg="mod">
          <ac:chgData name="啟惟 黃" userId="295028675c722a23" providerId="LiveId" clId="{FEA7CCFE-4AF4-46A2-A28A-5146B975DD40}" dt="2024-07-08T08:30:21.225" v="2414" actId="113"/>
          <ac:spMkLst>
            <pc:docMk/>
            <pc:sldMk cId="1045514631" sldId="270"/>
            <ac:spMk id="2" creationId="{ECF95FC4-D6B0-8438-8EDE-7E7D13F646AF}"/>
          </ac:spMkLst>
        </pc:spChg>
      </pc:sldChg>
      <pc:sldChg chg="addSp delSp modSp mod">
        <pc:chgData name="啟惟 黃" userId="295028675c722a23" providerId="LiveId" clId="{FEA7CCFE-4AF4-46A2-A28A-5146B975DD40}" dt="2024-07-05T03:50:45.986" v="2056" actId="255"/>
        <pc:sldMkLst>
          <pc:docMk/>
          <pc:sldMk cId="1799459812" sldId="271"/>
        </pc:sldMkLst>
        <pc:spChg chg="add del">
          <ac:chgData name="啟惟 黃" userId="295028675c722a23" providerId="LiveId" clId="{FEA7CCFE-4AF4-46A2-A28A-5146B975DD40}" dt="2024-07-05T03:42:01.833" v="1935" actId="478"/>
          <ac:spMkLst>
            <pc:docMk/>
            <pc:sldMk cId="1799459812" sldId="271"/>
            <ac:spMk id="3" creationId="{CC78F038-8CB8-8405-C559-20FDEC59E64E}"/>
          </ac:spMkLst>
        </pc:spChg>
        <pc:spChg chg="add mod">
          <ac:chgData name="啟惟 黃" userId="295028675c722a23" providerId="LiveId" clId="{FEA7CCFE-4AF4-46A2-A28A-5146B975DD40}" dt="2024-07-05T03:50:30.084" v="2053" actId="21"/>
          <ac:spMkLst>
            <pc:docMk/>
            <pc:sldMk cId="1799459812" sldId="271"/>
            <ac:spMk id="4" creationId="{871361CF-3E18-B14F-704A-0DF6C12EFB68}"/>
          </ac:spMkLst>
        </pc:spChg>
        <pc:spChg chg="add mod">
          <ac:chgData name="啟惟 黃" userId="295028675c722a23" providerId="LiveId" clId="{FEA7CCFE-4AF4-46A2-A28A-5146B975DD40}" dt="2024-07-05T03:45:57.658" v="1978" actId="1076"/>
          <ac:spMkLst>
            <pc:docMk/>
            <pc:sldMk cId="1799459812" sldId="271"/>
            <ac:spMk id="5" creationId="{3CA7E043-DA2A-5707-4BF0-A27727BDABC0}"/>
          </ac:spMkLst>
        </pc:spChg>
        <pc:spChg chg="add mod">
          <ac:chgData name="啟惟 黃" userId="295028675c722a23" providerId="LiveId" clId="{FEA7CCFE-4AF4-46A2-A28A-5146B975DD40}" dt="2024-07-05T03:45:48.691" v="1976" actId="1076"/>
          <ac:spMkLst>
            <pc:docMk/>
            <pc:sldMk cId="1799459812" sldId="271"/>
            <ac:spMk id="6" creationId="{D5779F76-61F4-5967-4598-4E0A12038C57}"/>
          </ac:spMkLst>
        </pc:spChg>
        <pc:spChg chg="mod">
          <ac:chgData name="啟惟 黃" userId="295028675c722a23" providerId="LiveId" clId="{FEA7CCFE-4AF4-46A2-A28A-5146B975DD40}" dt="2024-07-05T03:36:52.544" v="1857" actId="1076"/>
          <ac:spMkLst>
            <pc:docMk/>
            <pc:sldMk cId="1799459812" sldId="271"/>
            <ac:spMk id="7" creationId="{208D1528-B246-FE7D-CC50-A23924D2F0F4}"/>
          </ac:spMkLst>
        </pc:spChg>
        <pc:spChg chg="mod">
          <ac:chgData name="啟惟 黃" userId="295028675c722a23" providerId="LiveId" clId="{FEA7CCFE-4AF4-46A2-A28A-5146B975DD40}" dt="2024-07-05T03:36:37.509" v="1853" actId="403"/>
          <ac:spMkLst>
            <pc:docMk/>
            <pc:sldMk cId="1799459812" sldId="271"/>
            <ac:spMk id="12" creationId="{300B6BFB-B280-5164-9608-33A6DF9660A9}"/>
          </ac:spMkLst>
        </pc:spChg>
        <pc:spChg chg="mod">
          <ac:chgData name="啟惟 黃" userId="295028675c722a23" providerId="LiveId" clId="{FEA7CCFE-4AF4-46A2-A28A-5146B975DD40}" dt="2024-07-02T03:59:23.350" v="110" actId="2711"/>
          <ac:spMkLst>
            <pc:docMk/>
            <pc:sldMk cId="1799459812" sldId="271"/>
            <ac:spMk id="16" creationId="{D5609012-85DD-BE73-6620-80EC98D10B81}"/>
          </ac:spMkLst>
        </pc:spChg>
        <pc:spChg chg="mod">
          <ac:chgData name="啟惟 黃" userId="295028675c722a23" providerId="LiveId" clId="{FEA7CCFE-4AF4-46A2-A28A-5146B975DD40}" dt="2024-07-05T02:00:12.485" v="1341" actId="1076"/>
          <ac:spMkLst>
            <pc:docMk/>
            <pc:sldMk cId="1799459812" sldId="271"/>
            <ac:spMk id="18" creationId="{6A0581AC-BD5A-3185-5C86-67F3997C77F8}"/>
          </ac:spMkLst>
        </pc:spChg>
        <pc:spChg chg="mod">
          <ac:chgData name="啟惟 黃" userId="295028675c722a23" providerId="LiveId" clId="{FEA7CCFE-4AF4-46A2-A28A-5146B975DD40}" dt="2024-07-05T03:49:41.712" v="2036"/>
          <ac:spMkLst>
            <pc:docMk/>
            <pc:sldMk cId="1799459812" sldId="271"/>
            <ac:spMk id="20" creationId="{8977FA2F-43B5-2F07-DED0-A547F8791F76}"/>
          </ac:spMkLst>
        </pc:spChg>
        <pc:spChg chg="add del">
          <ac:chgData name="啟惟 黃" userId="295028675c722a23" providerId="LiveId" clId="{FEA7CCFE-4AF4-46A2-A28A-5146B975DD40}" dt="2024-07-05T03:48:53.495" v="2011" actId="22"/>
          <ac:spMkLst>
            <pc:docMk/>
            <pc:sldMk cId="1799459812" sldId="271"/>
            <ac:spMk id="21" creationId="{75020CC0-5774-1B22-169F-DE4CF6936E27}"/>
          </ac:spMkLst>
        </pc:spChg>
        <pc:spChg chg="del">
          <ac:chgData name="啟惟 黃" userId="295028675c722a23" providerId="LiveId" clId="{FEA7CCFE-4AF4-46A2-A28A-5146B975DD40}" dt="2024-07-05T03:40:07.809" v="1908" actId="478"/>
          <ac:spMkLst>
            <pc:docMk/>
            <pc:sldMk cId="1799459812" sldId="271"/>
            <ac:spMk id="21" creationId="{FF90B87F-92BA-BA02-C3DA-B23CFF0D8FF1}"/>
          </ac:spMkLst>
        </pc:spChg>
        <pc:spChg chg="mod">
          <ac:chgData name="啟惟 黃" userId="295028675c722a23" providerId="LiveId" clId="{FEA7CCFE-4AF4-46A2-A28A-5146B975DD40}" dt="2024-07-05T03:45:30.487" v="1972" actId="1076"/>
          <ac:spMkLst>
            <pc:docMk/>
            <pc:sldMk cId="1799459812" sldId="271"/>
            <ac:spMk id="22" creationId="{F89186ED-CA00-7049-DE0D-1DEB854E2BEE}"/>
          </ac:spMkLst>
        </pc:spChg>
        <pc:spChg chg="add mod">
          <ac:chgData name="啟惟 黃" userId="295028675c722a23" providerId="LiveId" clId="{FEA7CCFE-4AF4-46A2-A28A-5146B975DD40}" dt="2024-07-05T03:49:19.656" v="2021" actId="14100"/>
          <ac:spMkLst>
            <pc:docMk/>
            <pc:sldMk cId="1799459812" sldId="271"/>
            <ac:spMk id="28" creationId="{23123CF4-68CA-ADD2-4B82-4BBC9ECB3C3E}"/>
          </ac:spMkLst>
        </pc:spChg>
        <pc:spChg chg="del mod">
          <ac:chgData name="啟惟 黃" userId="295028675c722a23" providerId="LiveId" clId="{FEA7CCFE-4AF4-46A2-A28A-5146B975DD40}" dt="2024-07-05T03:44:39.685" v="1965" actId="478"/>
          <ac:spMkLst>
            <pc:docMk/>
            <pc:sldMk cId="1799459812" sldId="271"/>
            <ac:spMk id="31" creationId="{8005A367-09EB-1A55-D15A-5D29F59C2D13}"/>
          </ac:spMkLst>
        </pc:spChg>
        <pc:spChg chg="mod">
          <ac:chgData name="啟惟 黃" userId="295028675c722a23" providerId="LiveId" clId="{FEA7CCFE-4AF4-46A2-A28A-5146B975DD40}" dt="2024-07-05T03:36:43.956" v="1855" actId="403"/>
          <ac:spMkLst>
            <pc:docMk/>
            <pc:sldMk cId="1799459812" sldId="271"/>
            <ac:spMk id="37" creationId="{462DA91E-5D74-1DFE-7D7F-028D0B80C243}"/>
          </ac:spMkLst>
        </pc:spChg>
        <pc:spChg chg="mod">
          <ac:chgData name="啟惟 黃" userId="295028675c722a23" providerId="LiveId" clId="{FEA7CCFE-4AF4-46A2-A28A-5146B975DD40}" dt="2024-07-05T03:36:48.226" v="1856" actId="403"/>
          <ac:spMkLst>
            <pc:docMk/>
            <pc:sldMk cId="1799459812" sldId="271"/>
            <ac:spMk id="38" creationId="{97AF26EC-E97D-44FB-A5A6-AC6DA9173207}"/>
          </ac:spMkLst>
        </pc:spChg>
        <pc:spChg chg="mod">
          <ac:chgData name="啟惟 黃" userId="295028675c722a23" providerId="LiveId" clId="{FEA7CCFE-4AF4-46A2-A28A-5146B975DD40}" dt="2024-07-05T03:45:39.198" v="1974" actId="1076"/>
          <ac:spMkLst>
            <pc:docMk/>
            <pc:sldMk cId="1799459812" sldId="271"/>
            <ac:spMk id="39" creationId="{6FB31810-9EBE-4CF7-9AA0-F973D067054C}"/>
          </ac:spMkLst>
        </pc:spChg>
        <pc:spChg chg="del mod">
          <ac:chgData name="啟惟 黃" userId="295028675c722a23" providerId="LiveId" clId="{FEA7CCFE-4AF4-46A2-A28A-5146B975DD40}" dt="2024-07-05T03:48:53.496" v="2013"/>
          <ac:spMkLst>
            <pc:docMk/>
            <pc:sldMk cId="1799459812" sldId="271"/>
            <ac:spMk id="44" creationId="{59FF465F-CA1D-6555-DE81-5B08C75C131A}"/>
          </ac:spMkLst>
        </pc:spChg>
        <pc:spChg chg="mod">
          <ac:chgData name="啟惟 黃" userId="295028675c722a23" providerId="LiveId" clId="{FEA7CCFE-4AF4-46A2-A28A-5146B975DD40}" dt="2024-07-05T03:45:43.732" v="1975" actId="1076"/>
          <ac:spMkLst>
            <pc:docMk/>
            <pc:sldMk cId="1799459812" sldId="271"/>
            <ac:spMk id="45" creationId="{1B807D75-6000-91C8-A723-732BA2336056}"/>
          </ac:spMkLst>
        </pc:spChg>
        <pc:spChg chg="add mod">
          <ac:chgData name="啟惟 黃" userId="295028675c722a23" providerId="LiveId" clId="{FEA7CCFE-4AF4-46A2-A28A-5146B975DD40}" dt="2024-07-05T03:49:16.842" v="2020" actId="1076"/>
          <ac:spMkLst>
            <pc:docMk/>
            <pc:sldMk cId="1799459812" sldId="271"/>
            <ac:spMk id="51" creationId="{C48D1961-A680-C0E3-666E-C41E29D90439}"/>
          </ac:spMkLst>
        </pc:spChg>
        <pc:spChg chg="del mod">
          <ac:chgData name="啟惟 黃" userId="295028675c722a23" providerId="LiveId" clId="{FEA7CCFE-4AF4-46A2-A28A-5146B975DD40}" dt="2024-07-05T03:49:38.630" v="2032"/>
          <ac:spMkLst>
            <pc:docMk/>
            <pc:sldMk cId="1799459812" sldId="271"/>
            <ac:spMk id="52" creationId="{E8A46113-3D65-555E-1837-90674D1C2127}"/>
          </ac:spMkLst>
        </pc:spChg>
        <pc:spChg chg="del mod">
          <ac:chgData name="啟惟 黃" userId="295028675c722a23" providerId="LiveId" clId="{FEA7CCFE-4AF4-46A2-A28A-5146B975DD40}" dt="2024-07-05T03:49:59.660" v="2044"/>
          <ac:spMkLst>
            <pc:docMk/>
            <pc:sldMk cId="1799459812" sldId="271"/>
            <ac:spMk id="62" creationId="{96A790EA-1870-E41E-B5F8-C29FCA3CB130}"/>
          </ac:spMkLst>
        </pc:spChg>
        <pc:spChg chg="mod">
          <ac:chgData name="啟惟 黃" userId="295028675c722a23" providerId="LiveId" clId="{FEA7CCFE-4AF4-46A2-A28A-5146B975DD40}" dt="2024-07-05T03:50:15.440" v="2048" actId="21"/>
          <ac:spMkLst>
            <pc:docMk/>
            <pc:sldMk cId="1799459812" sldId="271"/>
            <ac:spMk id="63" creationId="{31A4577A-B942-2E74-CEDA-DA04BC8857E8}"/>
          </ac:spMkLst>
        </pc:spChg>
        <pc:spChg chg="add mod">
          <ac:chgData name="啟惟 黃" userId="295028675c722a23" providerId="LiveId" clId="{FEA7CCFE-4AF4-46A2-A28A-5146B975DD40}" dt="2024-07-05T03:49:32.918" v="2025" actId="1076"/>
          <ac:spMkLst>
            <pc:docMk/>
            <pc:sldMk cId="1799459812" sldId="271"/>
            <ac:spMk id="68" creationId="{43CA49EC-5120-3299-D8BC-3B950C73A7F5}"/>
          </ac:spMkLst>
        </pc:spChg>
        <pc:spChg chg="del mod">
          <ac:chgData name="啟惟 黃" userId="295028675c722a23" providerId="LiveId" clId="{FEA7CCFE-4AF4-46A2-A28A-5146B975DD40}" dt="2024-07-05T03:48:15.954" v="1998"/>
          <ac:spMkLst>
            <pc:docMk/>
            <pc:sldMk cId="1799459812" sldId="271"/>
            <ac:spMk id="69" creationId="{67BA5B2F-2C03-F04E-F97E-D14A41265DC4}"/>
          </ac:spMkLst>
        </pc:spChg>
        <pc:spChg chg="del mod">
          <ac:chgData name="啟惟 黃" userId="295028675c722a23" providerId="LiveId" clId="{FEA7CCFE-4AF4-46A2-A28A-5146B975DD40}" dt="2024-07-05T03:49:38.630" v="2030"/>
          <ac:spMkLst>
            <pc:docMk/>
            <pc:sldMk cId="1799459812" sldId="271"/>
            <ac:spMk id="70" creationId="{DF3D043E-3B57-9A75-EF3F-D3B066CCBE6C}"/>
          </ac:spMkLst>
        </pc:spChg>
        <pc:spChg chg="del mod">
          <ac:chgData name="啟惟 黃" userId="295028675c722a23" providerId="LiveId" clId="{FEA7CCFE-4AF4-46A2-A28A-5146B975DD40}" dt="2024-07-05T03:49:38.630" v="2034"/>
          <ac:spMkLst>
            <pc:docMk/>
            <pc:sldMk cId="1799459812" sldId="271"/>
            <ac:spMk id="73" creationId="{7925558F-7610-48F1-6361-22C071CFA6E2}"/>
          </ac:spMkLst>
        </pc:spChg>
        <pc:spChg chg="del mod">
          <ac:chgData name="啟惟 黃" userId="295028675c722a23" providerId="LiveId" clId="{FEA7CCFE-4AF4-46A2-A28A-5146B975DD40}" dt="2024-07-05T03:42:56.178" v="1943" actId="478"/>
          <ac:spMkLst>
            <pc:docMk/>
            <pc:sldMk cId="1799459812" sldId="271"/>
            <ac:spMk id="75" creationId="{0418EEDD-8607-B685-26AB-61C05A47C951}"/>
          </ac:spMkLst>
        </pc:spChg>
        <pc:spChg chg="add del">
          <ac:chgData name="啟惟 黃" userId="295028675c722a23" providerId="LiveId" clId="{FEA7CCFE-4AF4-46A2-A28A-5146B975DD40}" dt="2024-07-05T03:49:38.629" v="2028" actId="22"/>
          <ac:spMkLst>
            <pc:docMk/>
            <pc:sldMk cId="1799459812" sldId="271"/>
            <ac:spMk id="76" creationId="{0CDA5435-D38E-4AF6-0AC9-07368A146DDB}"/>
          </ac:spMkLst>
        </pc:spChg>
        <pc:spChg chg="add mod">
          <ac:chgData name="啟惟 黃" userId="295028675c722a23" providerId="LiveId" clId="{FEA7CCFE-4AF4-46A2-A28A-5146B975DD40}" dt="2024-07-05T03:49:53.727" v="2039" actId="1076"/>
          <ac:spMkLst>
            <pc:docMk/>
            <pc:sldMk cId="1799459812" sldId="271"/>
            <ac:spMk id="79" creationId="{46691083-4871-D510-2CA7-0EC68DA5C5F5}"/>
          </ac:spMkLst>
        </pc:spChg>
        <pc:spChg chg="add del">
          <ac:chgData name="啟惟 黃" userId="295028675c722a23" providerId="LiveId" clId="{FEA7CCFE-4AF4-46A2-A28A-5146B975DD40}" dt="2024-07-05T03:49:59.659" v="2042" actId="22"/>
          <ac:spMkLst>
            <pc:docMk/>
            <pc:sldMk cId="1799459812" sldId="271"/>
            <ac:spMk id="82" creationId="{BB4FDE33-712D-9713-7820-8135F411CAC5}"/>
          </ac:spMkLst>
        </pc:spChg>
        <pc:spChg chg="add mod">
          <ac:chgData name="啟惟 黃" userId="295028675c722a23" providerId="LiveId" clId="{FEA7CCFE-4AF4-46A2-A28A-5146B975DD40}" dt="2024-07-05T03:50:12.795" v="2047" actId="1076"/>
          <ac:spMkLst>
            <pc:docMk/>
            <pc:sldMk cId="1799459812" sldId="271"/>
            <ac:spMk id="84" creationId="{F0C7C244-C8E1-77B2-3E95-28AF6224631C}"/>
          </ac:spMkLst>
        </pc:spChg>
        <pc:spChg chg="add mod">
          <ac:chgData name="啟惟 黃" userId="295028675c722a23" providerId="LiveId" clId="{FEA7CCFE-4AF4-46A2-A28A-5146B975DD40}" dt="2024-07-05T03:50:27.775" v="2052" actId="1076"/>
          <ac:spMkLst>
            <pc:docMk/>
            <pc:sldMk cId="1799459812" sldId="271"/>
            <ac:spMk id="86" creationId="{8A8E9E8A-E115-EFF2-B7E3-924C66241F32}"/>
          </ac:spMkLst>
        </pc:spChg>
        <pc:spChg chg="add mod">
          <ac:chgData name="啟惟 黃" userId="295028675c722a23" providerId="LiveId" clId="{FEA7CCFE-4AF4-46A2-A28A-5146B975DD40}" dt="2024-07-05T03:50:45.986" v="2056" actId="255"/>
          <ac:spMkLst>
            <pc:docMk/>
            <pc:sldMk cId="1799459812" sldId="271"/>
            <ac:spMk id="88" creationId="{CE72B272-3CC0-C4E2-2883-70F669C44C7A}"/>
          </ac:spMkLst>
        </pc:spChg>
        <pc:grpChg chg="add del">
          <ac:chgData name="啟惟 黃" userId="295028675c722a23" providerId="LiveId" clId="{FEA7CCFE-4AF4-46A2-A28A-5146B975DD40}" dt="2024-07-05T03:46:50.481" v="1980" actId="478"/>
          <ac:grpSpMkLst>
            <pc:docMk/>
            <pc:sldMk cId="1799459812" sldId="271"/>
            <ac:grpSpMk id="53" creationId="{BD7FE659-D7B6-79BD-CCC1-0EBD82F2E544}"/>
          </ac:grpSpMkLst>
        </pc:grpChg>
        <pc:picChg chg="add mod">
          <ac:chgData name="啟惟 黃" userId="295028675c722a23" providerId="LiveId" clId="{FEA7CCFE-4AF4-46A2-A28A-5146B975DD40}" dt="2024-07-05T03:46:53.978" v="1982"/>
          <ac:picMkLst>
            <pc:docMk/>
            <pc:sldMk cId="1799459812" sldId="271"/>
            <ac:picMk id="2" creationId="{FC0EF6D4-6804-FD2D-7D9F-2D26DE8DC94F}"/>
          </ac:picMkLst>
        </pc:picChg>
        <pc:picChg chg="del">
          <ac:chgData name="啟惟 黃" userId="295028675c722a23" providerId="LiveId" clId="{FEA7CCFE-4AF4-46A2-A28A-5146B975DD40}" dt="2024-07-05T03:46:52.788" v="1981" actId="21"/>
          <ac:picMkLst>
            <pc:docMk/>
            <pc:sldMk cId="1799459812" sldId="271"/>
            <ac:picMk id="61" creationId="{FC0EF6D4-6804-FD2D-7D9F-2D26DE8DC94F}"/>
          </ac:picMkLst>
        </pc:picChg>
      </pc:sldChg>
      <pc:sldChg chg="delSp modSp mod">
        <pc:chgData name="啟惟 黃" userId="295028675c722a23" providerId="LiveId" clId="{FEA7CCFE-4AF4-46A2-A28A-5146B975DD40}" dt="2024-07-05T02:01:28.526" v="1357" actId="403"/>
        <pc:sldMkLst>
          <pc:docMk/>
          <pc:sldMk cId="4083161108" sldId="272"/>
        </pc:sldMkLst>
        <pc:spChg chg="mod">
          <ac:chgData name="啟惟 黃" userId="295028675c722a23" providerId="LiveId" clId="{FEA7CCFE-4AF4-46A2-A28A-5146B975DD40}" dt="2024-07-05T02:01:28.526" v="1357" actId="403"/>
          <ac:spMkLst>
            <pc:docMk/>
            <pc:sldMk cId="4083161108" sldId="272"/>
            <ac:spMk id="7" creationId="{1FE53148-DE35-BD8B-0E59-60AFB7210C75}"/>
          </ac:spMkLst>
        </pc:spChg>
        <pc:spChg chg="mod">
          <ac:chgData name="啟惟 黃" userId="295028675c722a23" providerId="LiveId" clId="{FEA7CCFE-4AF4-46A2-A28A-5146B975DD40}" dt="2024-07-05T01:59:49.650" v="1336" actId="2711"/>
          <ac:spMkLst>
            <pc:docMk/>
            <pc:sldMk cId="4083161108" sldId="272"/>
            <ac:spMk id="18" creationId="{9A4BCFCE-478D-7952-50F6-6376B834681F}"/>
          </ac:spMkLst>
        </pc:spChg>
        <pc:picChg chg="del">
          <ac:chgData name="啟惟 黃" userId="295028675c722a23" providerId="LiveId" clId="{FEA7CCFE-4AF4-46A2-A28A-5146B975DD40}" dt="2024-07-02T04:21:27.762" v="379" actId="478"/>
          <ac:picMkLst>
            <pc:docMk/>
            <pc:sldMk cId="4083161108" sldId="272"/>
            <ac:picMk id="4" creationId="{93FFC4C2-CC5C-E541-AD97-B3D13EFDC672}"/>
          </ac:picMkLst>
        </pc:picChg>
      </pc:sldChg>
      <pc:sldChg chg="addSp delSp modSp mod">
        <pc:chgData name="啟惟 黃" userId="295028675c722a23" providerId="LiveId" clId="{FEA7CCFE-4AF4-46A2-A28A-5146B975DD40}" dt="2024-07-05T02:00:39.975" v="1345" actId="113"/>
        <pc:sldMkLst>
          <pc:docMk/>
          <pc:sldMk cId="486173339" sldId="273"/>
        </pc:sldMkLst>
        <pc:spChg chg="mod">
          <ac:chgData name="啟惟 黃" userId="295028675c722a23" providerId="LiveId" clId="{FEA7CCFE-4AF4-46A2-A28A-5146B975DD40}" dt="2024-07-05T02:00:39.975" v="1345" actId="113"/>
          <ac:spMkLst>
            <pc:docMk/>
            <pc:sldMk cId="486173339" sldId="273"/>
            <ac:spMk id="2" creationId="{45C3D789-458C-B99C-77D1-883EDD8CAE04}"/>
          </ac:spMkLst>
        </pc:spChg>
        <pc:spChg chg="del">
          <ac:chgData name="啟惟 黃" userId="295028675c722a23" providerId="LiveId" clId="{FEA7CCFE-4AF4-46A2-A28A-5146B975DD40}" dt="2024-07-02T04:26:54.853" v="396"/>
          <ac:spMkLst>
            <pc:docMk/>
            <pc:sldMk cId="486173339" sldId="273"/>
            <ac:spMk id="3" creationId="{8F9F2819-E0FA-72F5-642F-77C2F7AEEE81}"/>
          </ac:spMkLst>
        </pc:spChg>
        <pc:spChg chg="add mod">
          <ac:chgData name="啟惟 黃" userId="295028675c722a23" providerId="LiveId" clId="{FEA7CCFE-4AF4-46A2-A28A-5146B975DD40}" dt="2024-07-02T04:20:40.757" v="375"/>
          <ac:spMkLst>
            <pc:docMk/>
            <pc:sldMk cId="486173339" sldId="273"/>
            <ac:spMk id="4" creationId="{B52B0B30-84CA-B634-601D-F80FA4280EDD}"/>
          </ac:spMkLst>
        </pc:spChg>
        <pc:spChg chg="add mod">
          <ac:chgData name="啟惟 黃" userId="295028675c722a23" providerId="LiveId" clId="{FEA7CCFE-4AF4-46A2-A28A-5146B975DD40}" dt="2024-07-02T04:30:56.636" v="457" actId="1076"/>
          <ac:spMkLst>
            <pc:docMk/>
            <pc:sldMk cId="486173339" sldId="273"/>
            <ac:spMk id="15" creationId="{82E03496-68C3-3113-C060-53EECAA9D34C}"/>
          </ac:spMkLst>
        </pc:spChg>
        <pc:spChg chg="add mod">
          <ac:chgData name="啟惟 黃" userId="295028675c722a23" providerId="LiveId" clId="{FEA7CCFE-4AF4-46A2-A28A-5146B975DD40}" dt="2024-07-02T04:29:52.566" v="443" actId="1076"/>
          <ac:spMkLst>
            <pc:docMk/>
            <pc:sldMk cId="486173339" sldId="273"/>
            <ac:spMk id="17" creationId="{A52BFCFB-DB52-3D97-6633-643409F37824}"/>
          </ac:spMkLst>
        </pc:spChg>
        <pc:spChg chg="add mod">
          <ac:chgData name="啟惟 黃" userId="295028675c722a23" providerId="LiveId" clId="{FEA7CCFE-4AF4-46A2-A28A-5146B975DD40}" dt="2024-07-02T04:29:38.730" v="439" actId="1076"/>
          <ac:spMkLst>
            <pc:docMk/>
            <pc:sldMk cId="486173339" sldId="273"/>
            <ac:spMk id="19" creationId="{72132B2C-615F-A3AB-0CEC-D94DB163C2A0}"/>
          </ac:spMkLst>
        </pc:spChg>
        <pc:spChg chg="add mod">
          <ac:chgData name="啟惟 黃" userId="295028675c722a23" providerId="LiveId" clId="{FEA7CCFE-4AF4-46A2-A28A-5146B975DD40}" dt="2024-07-02T04:29:58.604" v="444" actId="1076"/>
          <ac:spMkLst>
            <pc:docMk/>
            <pc:sldMk cId="486173339" sldId="273"/>
            <ac:spMk id="21" creationId="{74E03608-6215-41F0-504B-3F7DCF14C925}"/>
          </ac:spMkLst>
        </pc:spChg>
        <pc:grpChg chg="add del mod">
          <ac:chgData name="啟惟 黃" userId="295028675c722a23" providerId="LiveId" clId="{FEA7CCFE-4AF4-46A2-A28A-5146B975DD40}" dt="2024-07-02T04:31:22.284" v="458" actId="21"/>
          <ac:grpSpMkLst>
            <pc:docMk/>
            <pc:sldMk cId="486173339" sldId="273"/>
            <ac:grpSpMk id="6" creationId="{CD970217-44B2-E44D-2C66-7D4287CA6820}"/>
          </ac:grpSpMkLst>
        </pc:grpChg>
        <pc:grpChg chg="add del mod">
          <ac:chgData name="啟惟 黃" userId="295028675c722a23" providerId="LiveId" clId="{FEA7CCFE-4AF4-46A2-A28A-5146B975DD40}" dt="2024-07-02T04:31:31.293" v="461" actId="478"/>
          <ac:grpSpMkLst>
            <pc:docMk/>
            <pc:sldMk cId="486173339" sldId="273"/>
            <ac:grpSpMk id="22" creationId="{CD970217-44B2-E44D-2C66-7D4287CA6820}"/>
          </ac:grpSpMkLst>
        </pc:grpChg>
        <pc:picChg chg="add del mod ord">
          <ac:chgData name="啟惟 黃" userId="295028675c722a23" providerId="LiveId" clId="{FEA7CCFE-4AF4-46A2-A28A-5146B975DD40}" dt="2024-07-02T04:21:42.894" v="380" actId="478"/>
          <ac:picMkLst>
            <pc:docMk/>
            <pc:sldMk cId="486173339" sldId="273"/>
            <ac:picMk id="5" creationId="{980B40AC-574B-D856-30A5-39F0DCFF4E58}"/>
          </ac:picMkLst>
        </pc:picChg>
        <pc:picChg chg="mod">
          <ac:chgData name="啟惟 黃" userId="295028675c722a23" providerId="LiveId" clId="{FEA7CCFE-4AF4-46A2-A28A-5146B975DD40}" dt="2024-07-02T04:30:36.309" v="454" actId="1076"/>
          <ac:picMkLst>
            <pc:docMk/>
            <pc:sldMk cId="486173339" sldId="273"/>
            <ac:picMk id="7" creationId="{EE3A0417-C449-6CB9-E68D-2BF4D3C1F8EB}"/>
          </ac:picMkLst>
        </pc:picChg>
        <pc:picChg chg="mod">
          <ac:chgData name="啟惟 黃" userId="295028675c722a23" providerId="LiveId" clId="{FEA7CCFE-4AF4-46A2-A28A-5146B975DD40}" dt="2024-07-02T04:30:43.482" v="456" actId="14100"/>
          <ac:picMkLst>
            <pc:docMk/>
            <pc:sldMk cId="486173339" sldId="273"/>
            <ac:picMk id="8" creationId="{C3A8DBFD-B3EE-6BEF-5320-6963ED0000AF}"/>
          </ac:picMkLst>
        </pc:picChg>
        <pc:picChg chg="mod">
          <ac:chgData name="啟惟 黃" userId="295028675c722a23" providerId="LiveId" clId="{FEA7CCFE-4AF4-46A2-A28A-5146B975DD40}" dt="2024-07-02T04:22:52.421" v="390"/>
          <ac:picMkLst>
            <pc:docMk/>
            <pc:sldMk cId="486173339" sldId="273"/>
            <ac:picMk id="9" creationId="{F98CDCBA-3FB9-CB4C-6EA1-205189632D1F}"/>
          </ac:picMkLst>
        </pc:picChg>
        <pc:picChg chg="mod">
          <ac:chgData name="啟惟 黃" userId="295028675c722a23" providerId="LiveId" clId="{FEA7CCFE-4AF4-46A2-A28A-5146B975DD40}" dt="2024-07-02T04:22:52.421" v="390"/>
          <ac:picMkLst>
            <pc:docMk/>
            <pc:sldMk cId="486173339" sldId="273"/>
            <ac:picMk id="10" creationId="{1783C656-5933-AC5B-FC34-806A2FB2FCC8}"/>
          </ac:picMkLst>
        </pc:picChg>
        <pc:picChg chg="mod">
          <ac:chgData name="啟惟 黃" userId="295028675c722a23" providerId="LiveId" clId="{FEA7CCFE-4AF4-46A2-A28A-5146B975DD40}" dt="2024-07-02T04:22:52.421" v="390"/>
          <ac:picMkLst>
            <pc:docMk/>
            <pc:sldMk cId="486173339" sldId="273"/>
            <ac:picMk id="11" creationId="{DD593A71-F03E-F1B5-7BD1-226406F4B18C}"/>
          </ac:picMkLst>
        </pc:picChg>
        <pc:picChg chg="mod">
          <ac:chgData name="啟惟 黃" userId="295028675c722a23" providerId="LiveId" clId="{FEA7CCFE-4AF4-46A2-A28A-5146B975DD40}" dt="2024-07-02T04:22:52.421" v="390"/>
          <ac:picMkLst>
            <pc:docMk/>
            <pc:sldMk cId="486173339" sldId="273"/>
            <ac:picMk id="12" creationId="{F5CB3A9A-FD22-D8C5-AF34-406E59947145}"/>
          </ac:picMkLst>
        </pc:picChg>
        <pc:picChg chg="mod">
          <ac:chgData name="啟惟 黃" userId="295028675c722a23" providerId="LiveId" clId="{FEA7CCFE-4AF4-46A2-A28A-5146B975DD40}" dt="2024-07-02T04:22:52.421" v="390"/>
          <ac:picMkLst>
            <pc:docMk/>
            <pc:sldMk cId="486173339" sldId="273"/>
            <ac:picMk id="13" creationId="{4D1FC9A8-5F77-79FE-E666-68BA507F107F}"/>
          </ac:picMkLst>
        </pc:picChg>
        <pc:picChg chg="mod">
          <ac:chgData name="啟惟 黃" userId="295028675c722a23" providerId="LiveId" clId="{FEA7CCFE-4AF4-46A2-A28A-5146B975DD40}" dt="2024-07-02T04:22:52.421" v="390"/>
          <ac:picMkLst>
            <pc:docMk/>
            <pc:sldMk cId="486173339" sldId="273"/>
            <ac:picMk id="14" creationId="{2BFC0FAD-1D90-0760-C687-8C6B94CB7AF9}"/>
          </ac:picMkLst>
        </pc:picChg>
        <pc:picChg chg="del mod">
          <ac:chgData name="啟惟 黃" userId="295028675c722a23" providerId="LiveId" clId="{FEA7CCFE-4AF4-46A2-A28A-5146B975DD40}" dt="2024-07-02T04:31:34.443" v="462" actId="21"/>
          <ac:picMkLst>
            <pc:docMk/>
            <pc:sldMk cId="486173339" sldId="273"/>
            <ac:picMk id="23" creationId="{EE3A0417-C449-6CB9-E68D-2BF4D3C1F8EB}"/>
          </ac:picMkLst>
        </pc:picChg>
        <pc:picChg chg="del mod">
          <ac:chgData name="啟惟 黃" userId="295028675c722a23" providerId="LiveId" clId="{FEA7CCFE-4AF4-46A2-A28A-5146B975DD40}" dt="2024-07-02T04:31:39.549" v="464" actId="21"/>
          <ac:picMkLst>
            <pc:docMk/>
            <pc:sldMk cId="486173339" sldId="273"/>
            <ac:picMk id="24" creationId="{C3A8DBFD-B3EE-6BEF-5320-6963ED0000AF}"/>
          </ac:picMkLst>
        </pc:picChg>
        <pc:picChg chg="mod">
          <ac:chgData name="啟惟 黃" userId="295028675c722a23" providerId="LiveId" clId="{FEA7CCFE-4AF4-46A2-A28A-5146B975DD40}" dt="2024-07-02T04:31:23.331" v="459"/>
          <ac:picMkLst>
            <pc:docMk/>
            <pc:sldMk cId="486173339" sldId="273"/>
            <ac:picMk id="25" creationId="{F98CDCBA-3FB9-CB4C-6EA1-205189632D1F}"/>
          </ac:picMkLst>
        </pc:picChg>
        <pc:picChg chg="mod">
          <ac:chgData name="啟惟 黃" userId="295028675c722a23" providerId="LiveId" clId="{FEA7CCFE-4AF4-46A2-A28A-5146B975DD40}" dt="2024-07-02T04:31:23.331" v="459"/>
          <ac:picMkLst>
            <pc:docMk/>
            <pc:sldMk cId="486173339" sldId="273"/>
            <ac:picMk id="26" creationId="{1783C656-5933-AC5B-FC34-806A2FB2FCC8}"/>
          </ac:picMkLst>
        </pc:picChg>
        <pc:picChg chg="mod">
          <ac:chgData name="啟惟 黃" userId="295028675c722a23" providerId="LiveId" clId="{FEA7CCFE-4AF4-46A2-A28A-5146B975DD40}" dt="2024-07-02T04:31:23.331" v="459"/>
          <ac:picMkLst>
            <pc:docMk/>
            <pc:sldMk cId="486173339" sldId="273"/>
            <ac:picMk id="27" creationId="{DD593A71-F03E-F1B5-7BD1-226406F4B18C}"/>
          </ac:picMkLst>
        </pc:picChg>
        <pc:picChg chg="mod">
          <ac:chgData name="啟惟 黃" userId="295028675c722a23" providerId="LiveId" clId="{FEA7CCFE-4AF4-46A2-A28A-5146B975DD40}" dt="2024-07-02T04:31:23.331" v="459"/>
          <ac:picMkLst>
            <pc:docMk/>
            <pc:sldMk cId="486173339" sldId="273"/>
            <ac:picMk id="28" creationId="{F5CB3A9A-FD22-D8C5-AF34-406E59947145}"/>
          </ac:picMkLst>
        </pc:picChg>
        <pc:picChg chg="mod">
          <ac:chgData name="啟惟 黃" userId="295028675c722a23" providerId="LiveId" clId="{FEA7CCFE-4AF4-46A2-A28A-5146B975DD40}" dt="2024-07-02T04:31:23.331" v="459"/>
          <ac:picMkLst>
            <pc:docMk/>
            <pc:sldMk cId="486173339" sldId="273"/>
            <ac:picMk id="29" creationId="{4D1FC9A8-5F77-79FE-E666-68BA507F107F}"/>
          </ac:picMkLst>
        </pc:picChg>
        <pc:picChg chg="mod">
          <ac:chgData name="啟惟 黃" userId="295028675c722a23" providerId="LiveId" clId="{FEA7CCFE-4AF4-46A2-A28A-5146B975DD40}" dt="2024-07-02T04:31:23.331" v="459"/>
          <ac:picMkLst>
            <pc:docMk/>
            <pc:sldMk cId="486173339" sldId="273"/>
            <ac:picMk id="30" creationId="{2BFC0FAD-1D90-0760-C687-8C6B94CB7AF9}"/>
          </ac:picMkLst>
        </pc:picChg>
        <pc:picChg chg="add mod">
          <ac:chgData name="啟惟 黃" userId="295028675c722a23" providerId="LiveId" clId="{FEA7CCFE-4AF4-46A2-A28A-5146B975DD40}" dt="2024-07-02T04:31:35.798" v="463"/>
          <ac:picMkLst>
            <pc:docMk/>
            <pc:sldMk cId="486173339" sldId="273"/>
            <ac:picMk id="31" creationId="{EE3A0417-C449-6CB9-E68D-2BF4D3C1F8EB}"/>
          </ac:picMkLst>
        </pc:picChg>
        <pc:picChg chg="add mod">
          <ac:chgData name="啟惟 黃" userId="295028675c722a23" providerId="LiveId" clId="{FEA7CCFE-4AF4-46A2-A28A-5146B975DD40}" dt="2024-07-02T04:31:43.881" v="466" actId="14100"/>
          <ac:picMkLst>
            <pc:docMk/>
            <pc:sldMk cId="486173339" sldId="273"/>
            <ac:picMk id="32" creationId="{C3A8DBFD-B3EE-6BEF-5320-6963ED0000AF}"/>
          </ac:picMkLst>
        </pc:picChg>
      </pc:sldChg>
      <pc:sldChg chg="addSp delSp modSp mod">
        <pc:chgData name="啟惟 黃" userId="295028675c722a23" providerId="LiveId" clId="{FEA7CCFE-4AF4-46A2-A28A-5146B975DD40}" dt="2024-07-05T02:51:16.607" v="1788" actId="14861"/>
        <pc:sldMkLst>
          <pc:docMk/>
          <pc:sldMk cId="1111755251" sldId="274"/>
        </pc:sldMkLst>
        <pc:spChg chg="mod">
          <ac:chgData name="啟惟 黃" userId="295028675c722a23" providerId="LiveId" clId="{FEA7CCFE-4AF4-46A2-A28A-5146B975DD40}" dt="2024-07-05T02:38:26.251" v="1670" actId="113"/>
          <ac:spMkLst>
            <pc:docMk/>
            <pc:sldMk cId="1111755251" sldId="274"/>
            <ac:spMk id="2" creationId="{D1711E60-4785-BC40-D447-B9782D87EE34}"/>
          </ac:spMkLst>
        </pc:spChg>
        <pc:spChg chg="add mod ord">
          <ac:chgData name="啟惟 黃" userId="295028675c722a23" providerId="LiveId" clId="{FEA7CCFE-4AF4-46A2-A28A-5146B975DD40}" dt="2024-07-04T04:15:09.265" v="694" actId="167"/>
          <ac:spMkLst>
            <pc:docMk/>
            <pc:sldMk cId="1111755251" sldId="274"/>
            <ac:spMk id="3" creationId="{B0B61B32-228B-1035-B0A8-46DA2A6F888C}"/>
          </ac:spMkLst>
        </pc:spChg>
        <pc:spChg chg="add mod">
          <ac:chgData name="啟惟 黃" userId="295028675c722a23" providerId="LiveId" clId="{FEA7CCFE-4AF4-46A2-A28A-5146B975DD40}" dt="2024-07-04T05:47:58.306" v="905" actId="20577"/>
          <ac:spMkLst>
            <pc:docMk/>
            <pc:sldMk cId="1111755251" sldId="274"/>
            <ac:spMk id="5" creationId="{06166B05-46A1-198D-5DFE-26FFB8BA6CAB}"/>
          </ac:spMkLst>
        </pc:spChg>
        <pc:spChg chg="mod">
          <ac:chgData name="啟惟 黃" userId="295028675c722a23" providerId="LiveId" clId="{FEA7CCFE-4AF4-46A2-A28A-5146B975DD40}" dt="2024-07-04T05:40:17.545" v="814" actId="14100"/>
          <ac:spMkLst>
            <pc:docMk/>
            <pc:sldMk cId="1111755251" sldId="274"/>
            <ac:spMk id="11" creationId="{9F895202-8194-E051-294B-9D5EE6EBA0A3}"/>
          </ac:spMkLst>
        </pc:spChg>
        <pc:spChg chg="del mod">
          <ac:chgData name="啟惟 黃" userId="295028675c722a23" providerId="LiveId" clId="{FEA7CCFE-4AF4-46A2-A28A-5146B975DD40}" dt="2024-07-04T02:10:13.778" v="560" actId="478"/>
          <ac:spMkLst>
            <pc:docMk/>
            <pc:sldMk cId="1111755251" sldId="274"/>
            <ac:spMk id="13" creationId="{C68D7AAF-A529-8DB2-DC45-67211AC51EAA}"/>
          </ac:spMkLst>
        </pc:spChg>
        <pc:graphicFrameChg chg="mod modGraphic">
          <ac:chgData name="啟惟 黃" userId="295028675c722a23" providerId="LiveId" clId="{FEA7CCFE-4AF4-46A2-A28A-5146B975DD40}" dt="2024-07-05T02:51:16.607" v="1788" actId="14861"/>
          <ac:graphicFrameMkLst>
            <pc:docMk/>
            <pc:sldMk cId="1111755251" sldId="274"/>
            <ac:graphicFrameMk id="4" creationId="{69B15ADD-AFAB-1BB4-3B45-9A9EA4E294B5}"/>
          </ac:graphicFrameMkLst>
        </pc:graphicFrameChg>
        <pc:graphicFrameChg chg="del mod">
          <ac:chgData name="啟惟 黃" userId="295028675c722a23" providerId="LiveId" clId="{FEA7CCFE-4AF4-46A2-A28A-5146B975DD40}" dt="2024-07-04T02:10:15.387" v="561" actId="478"/>
          <ac:graphicFrameMkLst>
            <pc:docMk/>
            <pc:sldMk cId="1111755251" sldId="274"/>
            <ac:graphicFrameMk id="5" creationId="{B0D8548B-8AB9-2D6D-A748-0D3FFEFFB471}"/>
          </ac:graphicFrameMkLst>
        </pc:graphicFrameChg>
      </pc:sldChg>
      <pc:sldChg chg="addSp delSp modSp new mod">
        <pc:chgData name="啟惟 黃" userId="295028675c722a23" providerId="LiveId" clId="{FEA7CCFE-4AF4-46A2-A28A-5146B975DD40}" dt="2024-07-05T02:51:21.560" v="1789" actId="14861"/>
        <pc:sldMkLst>
          <pc:docMk/>
          <pc:sldMk cId="68873661" sldId="275"/>
        </pc:sldMkLst>
        <pc:spChg chg="add mod">
          <ac:chgData name="啟惟 黃" userId="295028675c722a23" providerId="LiveId" clId="{FEA7CCFE-4AF4-46A2-A28A-5146B975DD40}" dt="2024-07-04T04:15:54.226" v="698"/>
          <ac:spMkLst>
            <pc:docMk/>
            <pc:sldMk cId="68873661" sldId="275"/>
            <ac:spMk id="2" creationId="{15148188-BD95-63C2-E696-9583FFE985F1}"/>
          </ac:spMkLst>
        </pc:spChg>
        <pc:spChg chg="del">
          <ac:chgData name="啟惟 黃" userId="295028675c722a23" providerId="LiveId" clId="{FEA7CCFE-4AF4-46A2-A28A-5146B975DD40}" dt="2024-07-04T02:00:40.205" v="509" actId="478"/>
          <ac:spMkLst>
            <pc:docMk/>
            <pc:sldMk cId="68873661" sldId="275"/>
            <ac:spMk id="2" creationId="{8C31F437-957F-3198-ABD7-F835CEA6971F}"/>
          </ac:spMkLst>
        </pc:spChg>
        <pc:spChg chg="del">
          <ac:chgData name="啟惟 黃" userId="295028675c722a23" providerId="LiveId" clId="{FEA7CCFE-4AF4-46A2-A28A-5146B975DD40}" dt="2024-07-04T02:00:42.616" v="510" actId="478"/>
          <ac:spMkLst>
            <pc:docMk/>
            <pc:sldMk cId="68873661" sldId="275"/>
            <ac:spMk id="3" creationId="{0FDC51C4-BE67-4AD6-A461-A86BDFCC97CA}"/>
          </ac:spMkLst>
        </pc:spChg>
        <pc:spChg chg="add mod">
          <ac:chgData name="啟惟 黃" userId="295028675c722a23" providerId="LiveId" clId="{FEA7CCFE-4AF4-46A2-A28A-5146B975DD40}" dt="2024-07-04T05:48:05.353" v="908" actId="20577"/>
          <ac:spMkLst>
            <pc:docMk/>
            <pc:sldMk cId="68873661" sldId="275"/>
            <ac:spMk id="3" creationId="{573AEEC4-BCA4-E5BE-17E4-0CF0E9CE0BF9}"/>
          </ac:spMkLst>
        </pc:spChg>
        <pc:spChg chg="add mod">
          <ac:chgData name="啟惟 黃" userId="295028675c722a23" providerId="LiveId" clId="{FEA7CCFE-4AF4-46A2-A28A-5146B975DD40}" dt="2024-07-04T04:26:04.232" v="746" actId="1076"/>
          <ac:spMkLst>
            <pc:docMk/>
            <pc:sldMk cId="68873661" sldId="275"/>
            <ac:spMk id="5" creationId="{E728C003-22E3-5AE8-4FDF-32D678CB0BD7}"/>
          </ac:spMkLst>
        </pc:spChg>
        <pc:spChg chg="add del mod">
          <ac:chgData name="啟惟 黃" userId="295028675c722a23" providerId="LiveId" clId="{FEA7CCFE-4AF4-46A2-A28A-5146B975DD40}" dt="2024-07-04T02:12:54.582" v="576" actId="478"/>
          <ac:spMkLst>
            <pc:docMk/>
            <pc:sldMk cId="68873661" sldId="275"/>
            <ac:spMk id="8" creationId="{8E9855A6-EE16-6A9C-0D34-EFAFEA55B723}"/>
          </ac:spMkLst>
        </pc:spChg>
        <pc:spChg chg="add del mod">
          <ac:chgData name="啟惟 黃" userId="295028675c722a23" providerId="LiveId" clId="{FEA7CCFE-4AF4-46A2-A28A-5146B975DD40}" dt="2024-07-04T02:12:56.973" v="577" actId="478"/>
          <ac:spMkLst>
            <pc:docMk/>
            <pc:sldMk cId="68873661" sldId="275"/>
            <ac:spMk id="10" creationId="{95D8F818-27B5-296C-63C1-C87C98A9DC11}"/>
          </ac:spMkLst>
        </pc:spChg>
        <pc:spChg chg="add mod">
          <ac:chgData name="啟惟 黃" userId="295028675c722a23" providerId="LiveId" clId="{FEA7CCFE-4AF4-46A2-A28A-5146B975DD40}" dt="2024-07-05T02:38:30.620" v="1671" actId="113"/>
          <ac:spMkLst>
            <pc:docMk/>
            <pc:sldMk cId="68873661" sldId="275"/>
            <ac:spMk id="11" creationId="{E038D824-1DFE-838F-5FA1-37BDC1DE2839}"/>
          </ac:spMkLst>
        </pc:spChg>
        <pc:graphicFrameChg chg="add mod modGraphic">
          <ac:chgData name="啟惟 黃" userId="295028675c722a23" providerId="LiveId" clId="{FEA7CCFE-4AF4-46A2-A28A-5146B975DD40}" dt="2024-07-05T02:51:21.560" v="1789" actId="14861"/>
          <ac:graphicFrameMkLst>
            <pc:docMk/>
            <pc:sldMk cId="68873661" sldId="275"/>
            <ac:graphicFrameMk id="4" creationId="{32167DEA-A0F3-8F4F-25EB-5E9A4D058FF1}"/>
          </ac:graphicFrameMkLst>
        </pc:graphicFrameChg>
        <pc:picChg chg="add del mod">
          <ac:chgData name="啟惟 黃" userId="295028675c722a23" providerId="LiveId" clId="{FEA7CCFE-4AF4-46A2-A28A-5146B975DD40}" dt="2024-07-04T02:08:40.668" v="551" actId="478"/>
          <ac:picMkLst>
            <pc:docMk/>
            <pc:sldMk cId="68873661" sldId="275"/>
            <ac:picMk id="7" creationId="{1D9FAAFC-ED5F-1FB5-B3CF-0F28874DD865}"/>
          </ac:picMkLst>
        </pc:picChg>
      </pc:sldChg>
      <pc:sldChg chg="addSp modSp add mod">
        <pc:chgData name="啟惟 黃" userId="295028675c722a23" providerId="LiveId" clId="{FEA7CCFE-4AF4-46A2-A28A-5146B975DD40}" dt="2024-07-05T02:51:25.766" v="1790" actId="14861"/>
        <pc:sldMkLst>
          <pc:docMk/>
          <pc:sldMk cId="2381113411" sldId="276"/>
        </pc:sldMkLst>
        <pc:spChg chg="add mod">
          <ac:chgData name="啟惟 黃" userId="295028675c722a23" providerId="LiveId" clId="{FEA7CCFE-4AF4-46A2-A28A-5146B975DD40}" dt="2024-07-04T04:15:55.880" v="699"/>
          <ac:spMkLst>
            <pc:docMk/>
            <pc:sldMk cId="2381113411" sldId="276"/>
            <ac:spMk id="2" creationId="{1B49D531-FC89-71B2-C42D-5C328AE67E4F}"/>
          </ac:spMkLst>
        </pc:spChg>
        <pc:spChg chg="add mod">
          <ac:chgData name="啟惟 黃" userId="295028675c722a23" providerId="LiveId" clId="{FEA7CCFE-4AF4-46A2-A28A-5146B975DD40}" dt="2024-07-04T05:48:10.873" v="911" actId="20577"/>
          <ac:spMkLst>
            <pc:docMk/>
            <pc:sldMk cId="2381113411" sldId="276"/>
            <ac:spMk id="3" creationId="{A58AD05B-5F47-890F-86C1-FB76E9B0A06F}"/>
          </ac:spMkLst>
        </pc:spChg>
        <pc:spChg chg="mod">
          <ac:chgData name="啟惟 黃" userId="295028675c722a23" providerId="LiveId" clId="{FEA7CCFE-4AF4-46A2-A28A-5146B975DD40}" dt="2024-07-04T04:31:21.782" v="771" actId="14100"/>
          <ac:spMkLst>
            <pc:docMk/>
            <pc:sldMk cId="2381113411" sldId="276"/>
            <ac:spMk id="5" creationId="{E728C003-22E3-5AE8-4FDF-32D678CB0BD7}"/>
          </ac:spMkLst>
        </pc:spChg>
        <pc:spChg chg="mod">
          <ac:chgData name="啟惟 黃" userId="295028675c722a23" providerId="LiveId" clId="{FEA7CCFE-4AF4-46A2-A28A-5146B975DD40}" dt="2024-07-05T02:38:34.469" v="1672" actId="113"/>
          <ac:spMkLst>
            <pc:docMk/>
            <pc:sldMk cId="2381113411" sldId="276"/>
            <ac:spMk id="11" creationId="{E038D824-1DFE-838F-5FA1-37BDC1DE2839}"/>
          </ac:spMkLst>
        </pc:spChg>
        <pc:graphicFrameChg chg="mod modGraphic">
          <ac:chgData name="啟惟 黃" userId="295028675c722a23" providerId="LiveId" clId="{FEA7CCFE-4AF4-46A2-A28A-5146B975DD40}" dt="2024-07-05T02:51:25.766" v="1790" actId="14861"/>
          <ac:graphicFrameMkLst>
            <pc:docMk/>
            <pc:sldMk cId="2381113411" sldId="276"/>
            <ac:graphicFrameMk id="4" creationId="{32167DEA-A0F3-8F4F-25EB-5E9A4D058FF1}"/>
          </ac:graphicFrameMkLst>
        </pc:graphicFrameChg>
      </pc:sldChg>
      <pc:sldChg chg="addSp delSp modSp add mod">
        <pc:chgData name="啟惟 黃" userId="295028675c722a23" providerId="LiveId" clId="{FEA7CCFE-4AF4-46A2-A28A-5146B975DD40}" dt="2024-07-05T02:51:42.595" v="1795" actId="14861"/>
        <pc:sldMkLst>
          <pc:docMk/>
          <pc:sldMk cId="2629191324" sldId="277"/>
        </pc:sldMkLst>
        <pc:spChg chg="add mod">
          <ac:chgData name="啟惟 黃" userId="295028675c722a23" providerId="LiveId" clId="{FEA7CCFE-4AF4-46A2-A28A-5146B975DD40}" dt="2024-07-04T05:37:13.141" v="786" actId="1076"/>
          <ac:spMkLst>
            <pc:docMk/>
            <pc:sldMk cId="2629191324" sldId="277"/>
            <ac:spMk id="3" creationId="{A55D4DA6-DC8F-CFF1-356C-78CEAFB86D4E}"/>
          </ac:spMkLst>
        </pc:spChg>
        <pc:spChg chg="mod">
          <ac:chgData name="啟惟 黃" userId="295028675c722a23" providerId="LiveId" clId="{FEA7CCFE-4AF4-46A2-A28A-5146B975DD40}" dt="2024-07-04T02:46:46.423" v="646"/>
          <ac:spMkLst>
            <pc:docMk/>
            <pc:sldMk cId="2629191324" sldId="277"/>
            <ac:spMk id="5" creationId="{E728C003-22E3-5AE8-4FDF-32D678CB0BD7}"/>
          </ac:spMkLst>
        </pc:spChg>
        <pc:spChg chg="add mod">
          <ac:chgData name="啟惟 黃" userId="295028675c722a23" providerId="LiveId" clId="{FEA7CCFE-4AF4-46A2-A28A-5146B975DD40}" dt="2024-07-04T04:15:58.835" v="701"/>
          <ac:spMkLst>
            <pc:docMk/>
            <pc:sldMk cId="2629191324" sldId="277"/>
            <ac:spMk id="7" creationId="{A9A7E825-6405-B1CF-6840-D2CF8DCAAA5B}"/>
          </ac:spMkLst>
        </pc:spChg>
        <pc:spChg chg="add mod">
          <ac:chgData name="啟惟 黃" userId="295028675c722a23" providerId="LiveId" clId="{FEA7CCFE-4AF4-46A2-A28A-5146B975DD40}" dt="2024-07-04T04:24:56.591" v="738" actId="20577"/>
          <ac:spMkLst>
            <pc:docMk/>
            <pc:sldMk cId="2629191324" sldId="277"/>
            <ac:spMk id="8" creationId="{A2828631-39A2-1EEB-43B7-056070B74EA7}"/>
          </ac:spMkLst>
        </pc:spChg>
        <pc:spChg chg="add mod">
          <ac:chgData name="啟惟 黃" userId="295028675c722a23" providerId="LiveId" clId="{FEA7CCFE-4AF4-46A2-A28A-5146B975DD40}" dt="2024-07-04T05:48:29.692" v="919" actId="14100"/>
          <ac:spMkLst>
            <pc:docMk/>
            <pc:sldMk cId="2629191324" sldId="277"/>
            <ac:spMk id="9" creationId="{2F540988-43E4-4FA9-413F-1143AFBBF39B}"/>
          </ac:spMkLst>
        </pc:spChg>
        <pc:spChg chg="add del mod">
          <ac:chgData name="啟惟 黃" userId="295028675c722a23" providerId="LiveId" clId="{FEA7CCFE-4AF4-46A2-A28A-5146B975DD40}" dt="2024-07-05T02:38:42.203" v="1674" actId="113"/>
          <ac:spMkLst>
            <pc:docMk/>
            <pc:sldMk cId="2629191324" sldId="277"/>
            <ac:spMk id="11" creationId="{E038D824-1DFE-838F-5FA1-37BDC1DE2839}"/>
          </ac:spMkLst>
        </pc:spChg>
        <pc:spChg chg="add del mod">
          <ac:chgData name="啟惟 黃" userId="295028675c722a23" providerId="LiveId" clId="{FEA7CCFE-4AF4-46A2-A28A-5146B975DD40}" dt="2024-07-05T01:58:33.192" v="1312" actId="21"/>
          <ac:spMkLst>
            <pc:docMk/>
            <pc:sldMk cId="2629191324" sldId="277"/>
            <ac:spMk id="12" creationId="{7DA062A0-D714-4F1B-10A7-F5F0A6A47173}"/>
          </ac:spMkLst>
        </pc:spChg>
        <pc:graphicFrameChg chg="add mod modGraphic">
          <ac:chgData name="啟惟 黃" userId="295028675c722a23" providerId="LiveId" clId="{FEA7CCFE-4AF4-46A2-A28A-5146B975DD40}" dt="2024-07-05T02:51:39.851" v="1794" actId="14861"/>
          <ac:graphicFrameMkLst>
            <pc:docMk/>
            <pc:sldMk cId="2629191324" sldId="277"/>
            <ac:graphicFrameMk id="2" creationId="{F69FD524-63D1-9CB5-B0BD-9E7720A0B82F}"/>
          </ac:graphicFrameMkLst>
        </pc:graphicFrameChg>
        <pc:graphicFrameChg chg="mod modGraphic">
          <ac:chgData name="啟惟 黃" userId="295028675c722a23" providerId="LiveId" clId="{FEA7CCFE-4AF4-46A2-A28A-5146B975DD40}" dt="2024-07-05T02:51:34.209" v="1792" actId="14861"/>
          <ac:graphicFrameMkLst>
            <pc:docMk/>
            <pc:sldMk cId="2629191324" sldId="277"/>
            <ac:graphicFrameMk id="4" creationId="{32167DEA-A0F3-8F4F-25EB-5E9A4D058FF1}"/>
          </ac:graphicFrameMkLst>
        </pc:graphicFrameChg>
        <pc:graphicFrameChg chg="add mod modGraphic">
          <ac:chgData name="啟惟 黃" userId="295028675c722a23" providerId="LiveId" clId="{FEA7CCFE-4AF4-46A2-A28A-5146B975DD40}" dt="2024-07-05T02:51:42.595" v="1795" actId="14861"/>
          <ac:graphicFrameMkLst>
            <pc:docMk/>
            <pc:sldMk cId="2629191324" sldId="277"/>
            <ac:graphicFrameMk id="6" creationId="{FB8E3CD4-4BEC-06CF-EFC4-CB6B732E8F15}"/>
          </ac:graphicFrameMkLst>
        </pc:graphicFrameChg>
      </pc:sldChg>
      <pc:sldChg chg="addSp modSp add mod">
        <pc:chgData name="啟惟 黃" userId="295028675c722a23" providerId="LiveId" clId="{FEA7CCFE-4AF4-46A2-A28A-5146B975DD40}" dt="2024-07-05T02:51:29.784" v="1791" actId="14861"/>
        <pc:sldMkLst>
          <pc:docMk/>
          <pc:sldMk cId="997537116" sldId="278"/>
        </pc:sldMkLst>
        <pc:spChg chg="add mod">
          <ac:chgData name="啟惟 黃" userId="295028675c722a23" providerId="LiveId" clId="{FEA7CCFE-4AF4-46A2-A28A-5146B975DD40}" dt="2024-07-04T04:15:57.907" v="700"/>
          <ac:spMkLst>
            <pc:docMk/>
            <pc:sldMk cId="997537116" sldId="278"/>
            <ac:spMk id="2" creationId="{E49B0024-72A3-F188-BEE7-C2452B5A7FE5}"/>
          </ac:spMkLst>
        </pc:spChg>
        <pc:spChg chg="add mod">
          <ac:chgData name="啟惟 黃" userId="295028675c722a23" providerId="LiveId" clId="{FEA7CCFE-4AF4-46A2-A28A-5146B975DD40}" dt="2024-07-04T05:48:22.017" v="914" actId="20577"/>
          <ac:spMkLst>
            <pc:docMk/>
            <pc:sldMk cId="997537116" sldId="278"/>
            <ac:spMk id="3" creationId="{18BFCBDE-0B90-DC9C-4113-0261350F8052}"/>
          </ac:spMkLst>
        </pc:spChg>
        <pc:spChg chg="mod">
          <ac:chgData name="啟惟 黃" userId="295028675c722a23" providerId="LiveId" clId="{FEA7CCFE-4AF4-46A2-A28A-5146B975DD40}" dt="2024-07-04T02:53:03.073" v="682" actId="20577"/>
          <ac:spMkLst>
            <pc:docMk/>
            <pc:sldMk cId="997537116" sldId="278"/>
            <ac:spMk id="5" creationId="{E728C003-22E3-5AE8-4FDF-32D678CB0BD7}"/>
          </ac:spMkLst>
        </pc:spChg>
        <pc:spChg chg="mod">
          <ac:chgData name="啟惟 黃" userId="295028675c722a23" providerId="LiveId" clId="{FEA7CCFE-4AF4-46A2-A28A-5146B975DD40}" dt="2024-07-05T02:38:38.595" v="1673" actId="113"/>
          <ac:spMkLst>
            <pc:docMk/>
            <pc:sldMk cId="997537116" sldId="278"/>
            <ac:spMk id="11" creationId="{E038D824-1DFE-838F-5FA1-37BDC1DE2839}"/>
          </ac:spMkLst>
        </pc:spChg>
        <pc:graphicFrameChg chg="mod modGraphic">
          <ac:chgData name="啟惟 黃" userId="295028675c722a23" providerId="LiveId" clId="{FEA7CCFE-4AF4-46A2-A28A-5146B975DD40}" dt="2024-07-05T02:51:29.784" v="1791" actId="14861"/>
          <ac:graphicFrameMkLst>
            <pc:docMk/>
            <pc:sldMk cId="997537116" sldId="278"/>
            <ac:graphicFrameMk id="4" creationId="{32167DEA-A0F3-8F4F-25EB-5E9A4D058FF1}"/>
          </ac:graphicFrameMkLst>
        </pc:graphicFrameChg>
      </pc:sldChg>
      <pc:sldChg chg="addSp delSp modSp new mod ord">
        <pc:chgData name="啟惟 黃" userId="295028675c722a23" providerId="LiveId" clId="{FEA7CCFE-4AF4-46A2-A28A-5146B975DD40}" dt="2024-07-08T08:35:09.953" v="2450" actId="20577"/>
        <pc:sldMkLst>
          <pc:docMk/>
          <pc:sldMk cId="2165242777" sldId="279"/>
        </pc:sldMkLst>
        <pc:spChg chg="del">
          <ac:chgData name="啟惟 黃" userId="295028675c722a23" providerId="LiveId" clId="{FEA7CCFE-4AF4-46A2-A28A-5146B975DD40}" dt="2024-07-04T02:53:54.755" v="689" actId="478"/>
          <ac:spMkLst>
            <pc:docMk/>
            <pc:sldMk cId="2165242777" sldId="279"/>
            <ac:spMk id="2" creationId="{F3EA193F-A4B6-90A1-18DA-ABF5CC4ABC20}"/>
          </ac:spMkLst>
        </pc:spChg>
        <pc:spChg chg="del">
          <ac:chgData name="啟惟 黃" userId="295028675c722a23" providerId="LiveId" clId="{FEA7CCFE-4AF4-46A2-A28A-5146B975DD40}" dt="2024-07-04T02:53:54.755" v="689" actId="478"/>
          <ac:spMkLst>
            <pc:docMk/>
            <pc:sldMk cId="2165242777" sldId="279"/>
            <ac:spMk id="3" creationId="{61B86655-2870-8AA7-1A72-E701DF3D3762}"/>
          </ac:spMkLst>
        </pc:spChg>
        <pc:spChg chg="add mod">
          <ac:chgData name="啟惟 黃" userId="295028675c722a23" providerId="LiveId" clId="{FEA7CCFE-4AF4-46A2-A28A-5146B975DD40}" dt="2024-07-04T02:54:02.865" v="690"/>
          <ac:spMkLst>
            <pc:docMk/>
            <pc:sldMk cId="2165242777" sldId="279"/>
            <ac:spMk id="12" creationId="{A2D5CF04-1AE0-8832-0D82-2A59BD25531E}"/>
          </ac:spMkLst>
        </pc:spChg>
        <pc:spChg chg="add mod">
          <ac:chgData name="啟惟 黃" userId="295028675c722a23" providerId="LiveId" clId="{FEA7CCFE-4AF4-46A2-A28A-5146B975DD40}" dt="2024-07-08T08:35:09.953" v="2450" actId="20577"/>
          <ac:spMkLst>
            <pc:docMk/>
            <pc:sldMk cId="2165242777" sldId="279"/>
            <ac:spMk id="13" creationId="{542CAAAF-F221-C72D-0306-78390469ED53}"/>
          </ac:spMkLst>
        </pc:spChg>
        <pc:spChg chg="add mod">
          <ac:chgData name="啟惟 黃" userId="295028675c722a23" providerId="LiveId" clId="{FEA7CCFE-4AF4-46A2-A28A-5146B975DD40}" dt="2024-07-05T02:42:22.250" v="1694" actId="14100"/>
          <ac:spMkLst>
            <pc:docMk/>
            <pc:sldMk cId="2165242777" sldId="279"/>
            <ac:spMk id="14" creationId="{0275FA3E-EF8A-6340-1411-BDE48F2B248A}"/>
          </ac:spMkLst>
        </pc:spChg>
        <pc:spChg chg="add mod">
          <ac:chgData name="啟惟 黃" userId="295028675c722a23" providerId="LiveId" clId="{FEA7CCFE-4AF4-46A2-A28A-5146B975DD40}" dt="2024-07-08T04:20:44.111" v="2063" actId="1076"/>
          <ac:spMkLst>
            <pc:docMk/>
            <pc:sldMk cId="2165242777" sldId="279"/>
            <ac:spMk id="15" creationId="{3A876F15-4FF1-4D4B-7B6F-22E5FE692022}"/>
          </ac:spMkLst>
        </pc:spChg>
        <pc:spChg chg="add mod">
          <ac:chgData name="啟惟 黃" userId="295028675c722a23" providerId="LiveId" clId="{FEA7CCFE-4AF4-46A2-A28A-5146B975DD40}" dt="2024-07-04T05:41:25.799" v="828" actId="20577"/>
          <ac:spMkLst>
            <pc:docMk/>
            <pc:sldMk cId="2165242777" sldId="279"/>
            <ac:spMk id="16" creationId="{67572B9D-4ECC-8104-0F33-EA3AD6878BF7}"/>
          </ac:spMkLst>
        </pc:spChg>
        <pc:spChg chg="add mod">
          <ac:chgData name="啟惟 黃" userId="295028675c722a23" providerId="LiveId" clId="{FEA7CCFE-4AF4-46A2-A28A-5146B975DD40}" dt="2024-07-04T04:31:35.980" v="774" actId="1076"/>
          <ac:spMkLst>
            <pc:docMk/>
            <pc:sldMk cId="2165242777" sldId="279"/>
            <ac:spMk id="17" creationId="{5C1341B8-E47A-DE54-51CF-38D198D346F0}"/>
          </ac:spMkLst>
        </pc:spChg>
        <pc:spChg chg="add mod">
          <ac:chgData name="啟惟 黃" userId="295028675c722a23" providerId="LiveId" clId="{FEA7CCFE-4AF4-46A2-A28A-5146B975DD40}" dt="2024-07-08T04:20:23.936" v="2062" actId="1076"/>
          <ac:spMkLst>
            <pc:docMk/>
            <pc:sldMk cId="2165242777" sldId="279"/>
            <ac:spMk id="18" creationId="{A7D0586B-C53A-9195-B10D-48FF061994BF}"/>
          </ac:spMkLst>
        </pc:spChg>
        <pc:spChg chg="add mod">
          <ac:chgData name="啟惟 黃" userId="295028675c722a23" providerId="LiveId" clId="{FEA7CCFE-4AF4-46A2-A28A-5146B975DD40}" dt="2024-07-05T02:53:22.115" v="1818" actId="1035"/>
          <ac:spMkLst>
            <pc:docMk/>
            <pc:sldMk cId="2165242777" sldId="279"/>
            <ac:spMk id="19" creationId="{40B3F08A-3B66-FC40-BEF6-1CE611A652C1}"/>
          </ac:spMkLst>
        </pc:spChg>
        <pc:spChg chg="add mod">
          <ac:chgData name="啟惟 黃" userId="295028675c722a23" providerId="LiveId" clId="{FEA7CCFE-4AF4-46A2-A28A-5146B975DD40}" dt="2024-07-08T04:19:44.542" v="2057" actId="1076"/>
          <ac:spMkLst>
            <pc:docMk/>
            <pc:sldMk cId="2165242777" sldId="279"/>
            <ac:spMk id="20" creationId="{55D4BFDA-B37B-F570-90F2-EC4DCFBE7713}"/>
          </ac:spMkLst>
        </pc:spChg>
        <pc:spChg chg="add mod">
          <ac:chgData name="啟惟 黃" userId="295028675c722a23" providerId="LiveId" clId="{FEA7CCFE-4AF4-46A2-A28A-5146B975DD40}" dt="2024-07-08T04:20:10.176" v="2060" actId="1076"/>
          <ac:spMkLst>
            <pc:docMk/>
            <pc:sldMk cId="2165242777" sldId="279"/>
            <ac:spMk id="21" creationId="{D3A8143C-BFC9-99CA-247F-2C019958B13B}"/>
          </ac:spMkLst>
        </pc:spChg>
        <pc:spChg chg="add mod">
          <ac:chgData name="啟惟 黃" userId="295028675c722a23" providerId="LiveId" clId="{FEA7CCFE-4AF4-46A2-A28A-5146B975DD40}" dt="2024-07-05T02:53:41.053" v="1827" actId="1076"/>
          <ac:spMkLst>
            <pc:docMk/>
            <pc:sldMk cId="2165242777" sldId="279"/>
            <ac:spMk id="22" creationId="{140DC0F8-AC9B-E853-E6BB-1BBD823AEA75}"/>
          </ac:spMkLst>
        </pc:spChg>
        <pc:spChg chg="add del mod">
          <ac:chgData name="啟惟 黃" userId="295028675c722a23" providerId="LiveId" clId="{FEA7CCFE-4AF4-46A2-A28A-5146B975DD40}" dt="2024-07-04T05:40:43.633" v="823"/>
          <ac:spMkLst>
            <pc:docMk/>
            <pc:sldMk cId="2165242777" sldId="279"/>
            <ac:spMk id="24" creationId="{5C5A9480-AF96-6B44-0DE4-6A58A5DB7981}"/>
          </ac:spMkLst>
        </pc:spChg>
        <pc:picChg chg="add mod">
          <ac:chgData name="啟惟 黃" userId="295028675c722a23" providerId="LiveId" clId="{FEA7CCFE-4AF4-46A2-A28A-5146B975DD40}" dt="2024-07-04T02:53:50.618" v="688"/>
          <ac:picMkLst>
            <pc:docMk/>
            <pc:sldMk cId="2165242777" sldId="279"/>
            <ac:picMk id="4" creationId="{E4458B8D-0A3B-8980-9D42-0AF6263CAC5D}"/>
          </ac:picMkLst>
        </pc:picChg>
        <pc:picChg chg="add mod">
          <ac:chgData name="啟惟 黃" userId="295028675c722a23" providerId="LiveId" clId="{FEA7CCFE-4AF4-46A2-A28A-5146B975DD40}" dt="2024-07-04T05:37:46.068" v="790" actId="1076"/>
          <ac:picMkLst>
            <pc:docMk/>
            <pc:sldMk cId="2165242777" sldId="279"/>
            <ac:picMk id="5" creationId="{DC9B1527-6302-05B7-07C5-EBEB63624E3B}"/>
          </ac:picMkLst>
        </pc:picChg>
        <pc:picChg chg="add mod">
          <ac:chgData name="啟惟 黃" userId="295028675c722a23" providerId="LiveId" clId="{FEA7CCFE-4AF4-46A2-A28A-5146B975DD40}" dt="2024-07-04T02:53:50.618" v="688"/>
          <ac:picMkLst>
            <pc:docMk/>
            <pc:sldMk cId="2165242777" sldId="279"/>
            <ac:picMk id="6" creationId="{B4CC22E7-F78E-22F9-8319-AA500DD02ACF}"/>
          </ac:picMkLst>
        </pc:picChg>
        <pc:picChg chg="add mod">
          <ac:chgData name="啟惟 黃" userId="295028675c722a23" providerId="LiveId" clId="{FEA7CCFE-4AF4-46A2-A28A-5146B975DD40}" dt="2024-07-04T02:53:50.618" v="688"/>
          <ac:picMkLst>
            <pc:docMk/>
            <pc:sldMk cId="2165242777" sldId="279"/>
            <ac:picMk id="7" creationId="{3ED04107-ADDE-2EA6-3B23-F411335C33F6}"/>
          </ac:picMkLst>
        </pc:picChg>
        <pc:picChg chg="add mod">
          <ac:chgData name="啟惟 黃" userId="295028675c722a23" providerId="LiveId" clId="{FEA7CCFE-4AF4-46A2-A28A-5146B975DD40}" dt="2024-07-08T04:19:55.264" v="2059" actId="14100"/>
          <ac:picMkLst>
            <pc:docMk/>
            <pc:sldMk cId="2165242777" sldId="279"/>
            <ac:picMk id="8" creationId="{A96C4A92-7138-B178-EF4C-1CA7A6F1157B}"/>
          </ac:picMkLst>
        </pc:picChg>
        <pc:picChg chg="add mod">
          <ac:chgData name="啟惟 黃" userId="295028675c722a23" providerId="LiveId" clId="{FEA7CCFE-4AF4-46A2-A28A-5146B975DD40}" dt="2024-07-08T04:20:17.418" v="2061" actId="14100"/>
          <ac:picMkLst>
            <pc:docMk/>
            <pc:sldMk cId="2165242777" sldId="279"/>
            <ac:picMk id="9" creationId="{B5138FA4-8AD5-5EC5-111C-D70CF9C17824}"/>
          </ac:picMkLst>
        </pc:picChg>
        <pc:picChg chg="add mod">
          <ac:chgData name="啟惟 黃" userId="295028675c722a23" providerId="LiveId" clId="{FEA7CCFE-4AF4-46A2-A28A-5146B975DD40}" dt="2024-07-05T02:53:54.714" v="1829" actId="1076"/>
          <ac:picMkLst>
            <pc:docMk/>
            <pc:sldMk cId="2165242777" sldId="279"/>
            <ac:picMk id="10" creationId="{97606843-3D3C-7814-7F99-E8ECAD92960B}"/>
          </ac:picMkLst>
        </pc:picChg>
        <pc:picChg chg="add mod">
          <ac:chgData name="啟惟 黃" userId="295028675c722a23" providerId="LiveId" clId="{FEA7CCFE-4AF4-46A2-A28A-5146B975DD40}" dt="2024-07-05T02:53:35.507" v="1825" actId="1076"/>
          <ac:picMkLst>
            <pc:docMk/>
            <pc:sldMk cId="2165242777" sldId="279"/>
            <ac:picMk id="11" creationId="{5A4AF888-807A-17DE-BC34-B775B744D6A7}"/>
          </ac:picMkLst>
        </pc:picChg>
      </pc:sldChg>
      <pc:sldChg chg="addSp delSp modSp new mod ord setBg">
        <pc:chgData name="啟惟 黃" userId="295028675c722a23" providerId="LiveId" clId="{FEA7CCFE-4AF4-46A2-A28A-5146B975DD40}" dt="2024-07-08T08:35:14.784" v="2452" actId="20577"/>
        <pc:sldMkLst>
          <pc:docMk/>
          <pc:sldMk cId="2919167242" sldId="280"/>
        </pc:sldMkLst>
        <pc:spChg chg="del">
          <ac:chgData name="啟惟 黃" userId="295028675c722a23" providerId="LiveId" clId="{FEA7CCFE-4AF4-46A2-A28A-5146B975DD40}" dt="2024-07-05T01:29:06.850" v="941" actId="478"/>
          <ac:spMkLst>
            <pc:docMk/>
            <pc:sldMk cId="2919167242" sldId="280"/>
            <ac:spMk id="2" creationId="{44704001-0145-8033-E518-7EC11CEB006E}"/>
          </ac:spMkLst>
        </pc:spChg>
        <pc:spChg chg="del">
          <ac:chgData name="啟惟 黃" userId="295028675c722a23" providerId="LiveId" clId="{FEA7CCFE-4AF4-46A2-A28A-5146B975DD40}" dt="2024-07-05T01:29:06.850" v="941" actId="478"/>
          <ac:spMkLst>
            <pc:docMk/>
            <pc:sldMk cId="2919167242" sldId="280"/>
            <ac:spMk id="3" creationId="{75E3BB9B-7FD1-160D-7FDB-AFC6138377DE}"/>
          </ac:spMkLst>
        </pc:spChg>
        <pc:spChg chg="add mod">
          <ac:chgData name="啟惟 黃" userId="295028675c722a23" providerId="LiveId" clId="{FEA7CCFE-4AF4-46A2-A28A-5146B975DD40}" dt="2024-07-05T01:29:03.009" v="940"/>
          <ac:spMkLst>
            <pc:docMk/>
            <pc:sldMk cId="2919167242" sldId="280"/>
            <ac:spMk id="4" creationId="{F84F4375-F85A-961F-88C9-AE51BA193D8F}"/>
          </ac:spMkLst>
        </pc:spChg>
        <pc:spChg chg="add del mod">
          <ac:chgData name="啟惟 黃" userId="295028675c722a23" providerId="LiveId" clId="{FEA7CCFE-4AF4-46A2-A28A-5146B975DD40}" dt="2024-07-05T01:29:40.275" v="947" actId="22"/>
          <ac:spMkLst>
            <pc:docMk/>
            <pc:sldMk cId="2919167242" sldId="280"/>
            <ac:spMk id="6" creationId="{CEF87C32-A9DC-AAA2-0F55-A9E9BD7C8F82}"/>
          </ac:spMkLst>
        </pc:spChg>
        <pc:spChg chg="add del mod">
          <ac:chgData name="啟惟 黃" userId="295028675c722a23" providerId="LiveId" clId="{FEA7CCFE-4AF4-46A2-A28A-5146B975DD40}" dt="2024-07-05T01:30:30.296" v="953" actId="478"/>
          <ac:spMkLst>
            <pc:docMk/>
            <pc:sldMk cId="2919167242" sldId="280"/>
            <ac:spMk id="8" creationId="{70040590-77BB-9AEB-9206-BD042CC45AD5}"/>
          </ac:spMkLst>
        </pc:spChg>
        <pc:spChg chg="add mod">
          <ac:chgData name="啟惟 黃" userId="295028675c722a23" providerId="LiveId" clId="{FEA7CCFE-4AF4-46A2-A28A-5146B975DD40}" dt="2024-07-08T07:58:32.151" v="2207" actId="1076"/>
          <ac:spMkLst>
            <pc:docMk/>
            <pc:sldMk cId="2919167242" sldId="280"/>
            <ac:spMk id="10" creationId="{7063EC52-D779-5589-4F3A-572F4413B771}"/>
          </ac:spMkLst>
        </pc:spChg>
        <pc:spChg chg="add del mod">
          <ac:chgData name="啟惟 黃" userId="295028675c722a23" providerId="LiveId" clId="{FEA7CCFE-4AF4-46A2-A28A-5146B975DD40}" dt="2024-07-05T01:58:59.170" v="1321"/>
          <ac:spMkLst>
            <pc:docMk/>
            <pc:sldMk cId="2919167242" sldId="280"/>
            <ac:spMk id="12" creationId="{A987793D-D253-B4DB-9357-789D364ADCB5}"/>
          </ac:spMkLst>
        </pc:spChg>
        <pc:spChg chg="add del mod">
          <ac:chgData name="啟惟 黃" userId="295028675c722a23" providerId="LiveId" clId="{FEA7CCFE-4AF4-46A2-A28A-5146B975DD40}" dt="2024-07-05T01:38:42.045" v="1020" actId="478"/>
          <ac:spMkLst>
            <pc:docMk/>
            <pc:sldMk cId="2919167242" sldId="280"/>
            <ac:spMk id="14" creationId="{4804D6F0-EF7F-36CE-C389-496F2C3CC8A0}"/>
          </ac:spMkLst>
        </pc:spChg>
        <pc:spChg chg="add mod">
          <ac:chgData name="啟惟 黃" userId="295028675c722a23" providerId="LiveId" clId="{FEA7CCFE-4AF4-46A2-A28A-5146B975DD40}" dt="2024-07-08T08:06:13.056" v="2316"/>
          <ac:spMkLst>
            <pc:docMk/>
            <pc:sldMk cId="2919167242" sldId="280"/>
            <ac:spMk id="16" creationId="{7BCA47D1-CB3A-E38F-C417-FE014F891281}"/>
          </ac:spMkLst>
        </pc:spChg>
        <pc:spChg chg="add">
          <ac:chgData name="啟惟 黃" userId="295028675c722a23" providerId="LiveId" clId="{FEA7CCFE-4AF4-46A2-A28A-5146B975DD40}" dt="2024-07-05T01:38:27.704" v="1019"/>
          <ac:spMkLst>
            <pc:docMk/>
            <pc:sldMk cId="2919167242" sldId="280"/>
            <ac:spMk id="17" creationId="{FAAEAF3F-53B2-9BE2-FD8F-6C0D644A41E2}"/>
          </ac:spMkLst>
        </pc:spChg>
        <pc:spChg chg="add">
          <ac:chgData name="啟惟 黃" userId="295028675c722a23" providerId="LiveId" clId="{FEA7CCFE-4AF4-46A2-A28A-5146B975DD40}" dt="2024-07-05T01:38:46.781" v="1021"/>
          <ac:spMkLst>
            <pc:docMk/>
            <pc:sldMk cId="2919167242" sldId="280"/>
            <ac:spMk id="18" creationId="{3D1CCF74-0B21-8CD0-86C3-E225185AF6D3}"/>
          </ac:spMkLst>
        </pc:spChg>
        <pc:spChg chg="add mod">
          <ac:chgData name="啟惟 黃" userId="295028675c722a23" providerId="LiveId" clId="{FEA7CCFE-4AF4-46A2-A28A-5146B975DD40}" dt="2024-07-05T01:39:17.564" v="1025" actId="1076"/>
          <ac:spMkLst>
            <pc:docMk/>
            <pc:sldMk cId="2919167242" sldId="280"/>
            <ac:spMk id="19" creationId="{3A218B34-99D5-9B48-CB3E-B9AAACD01C94}"/>
          </ac:spMkLst>
        </pc:spChg>
        <pc:spChg chg="add mod">
          <ac:chgData name="啟惟 黃" userId="295028675c722a23" providerId="LiveId" clId="{FEA7CCFE-4AF4-46A2-A28A-5146B975DD40}" dt="2024-07-08T08:08:46.424" v="2334" actId="20577"/>
          <ac:spMkLst>
            <pc:docMk/>
            <pc:sldMk cId="2919167242" sldId="280"/>
            <ac:spMk id="21" creationId="{76AC4394-703D-789F-EE9A-15F3A54056EC}"/>
          </ac:spMkLst>
        </pc:spChg>
        <pc:spChg chg="add mod">
          <ac:chgData name="啟惟 黃" userId="295028675c722a23" providerId="LiveId" clId="{FEA7CCFE-4AF4-46A2-A28A-5146B975DD40}" dt="2024-07-05T02:27:11.748" v="1614" actId="2711"/>
          <ac:spMkLst>
            <pc:docMk/>
            <pc:sldMk cId="2919167242" sldId="280"/>
            <ac:spMk id="23" creationId="{6EF7519E-D3EB-092D-4055-039550E6C164}"/>
          </ac:spMkLst>
        </pc:spChg>
        <pc:spChg chg="add del">
          <ac:chgData name="啟惟 黃" userId="295028675c722a23" providerId="LiveId" clId="{FEA7CCFE-4AF4-46A2-A28A-5146B975DD40}" dt="2024-07-05T01:44:29.451" v="1140" actId="22"/>
          <ac:spMkLst>
            <pc:docMk/>
            <pc:sldMk cId="2919167242" sldId="280"/>
            <ac:spMk id="25" creationId="{0381E61E-79CC-F9CE-CF69-A268FCF5852D}"/>
          </ac:spMkLst>
        </pc:spChg>
        <pc:spChg chg="add del mod">
          <ac:chgData name="啟惟 黃" userId="295028675c722a23" providerId="LiveId" clId="{FEA7CCFE-4AF4-46A2-A28A-5146B975DD40}" dt="2024-07-05T01:58:26.154" v="1309" actId="478"/>
          <ac:spMkLst>
            <pc:docMk/>
            <pc:sldMk cId="2919167242" sldId="280"/>
            <ac:spMk id="26" creationId="{0946931F-54CB-0A3D-4238-F98F5E727BF5}"/>
          </ac:spMkLst>
        </pc:spChg>
        <pc:spChg chg="add del mod">
          <ac:chgData name="啟惟 黃" userId="295028675c722a23" providerId="LiveId" clId="{FEA7CCFE-4AF4-46A2-A28A-5146B975DD40}" dt="2024-07-05T01:58:28.805" v="1310" actId="478"/>
          <ac:spMkLst>
            <pc:docMk/>
            <pc:sldMk cId="2919167242" sldId="280"/>
            <ac:spMk id="28" creationId="{4B127519-82E3-0A92-35E1-D05BD19E85AF}"/>
          </ac:spMkLst>
        </pc:spChg>
        <pc:spChg chg="add mod">
          <ac:chgData name="啟惟 黃" userId="295028675c722a23" providerId="LiveId" clId="{FEA7CCFE-4AF4-46A2-A28A-5146B975DD40}" dt="2024-07-05T02:38:06.955" v="1668" actId="2711"/>
          <ac:spMkLst>
            <pc:docMk/>
            <pc:sldMk cId="2919167242" sldId="280"/>
            <ac:spMk id="29" creationId="{BDD8BEA9-52ED-F2B1-92CE-CC46A0CD5DBA}"/>
          </ac:spMkLst>
        </pc:spChg>
        <pc:spChg chg="mod topLvl">
          <ac:chgData name="啟惟 黃" userId="295028675c722a23" providerId="LiveId" clId="{FEA7CCFE-4AF4-46A2-A28A-5146B975DD40}" dt="2024-07-05T02:11:53.681" v="1481" actId="478"/>
          <ac:spMkLst>
            <pc:docMk/>
            <pc:sldMk cId="2919167242" sldId="280"/>
            <ac:spMk id="32" creationId="{FCE04D0D-F234-2212-D9E2-0E7C7B030AC3}"/>
          </ac:spMkLst>
        </pc:spChg>
        <pc:spChg chg="add mod">
          <ac:chgData name="啟惟 黃" userId="295028675c722a23" providerId="LiveId" clId="{FEA7CCFE-4AF4-46A2-A28A-5146B975DD40}" dt="2024-07-08T08:05:41.556" v="2315" actId="20577"/>
          <ac:spMkLst>
            <pc:docMk/>
            <pc:sldMk cId="2919167242" sldId="280"/>
            <ac:spMk id="33" creationId="{75A464D4-C389-0E19-0866-A888F8AA4EA2}"/>
          </ac:spMkLst>
        </pc:spChg>
        <pc:spChg chg="add mod">
          <ac:chgData name="啟惟 黃" userId="295028675c722a23" providerId="LiveId" clId="{FEA7CCFE-4AF4-46A2-A28A-5146B975DD40}" dt="2024-07-05T02:40:35.068" v="1681" actId="1076"/>
          <ac:spMkLst>
            <pc:docMk/>
            <pc:sldMk cId="2919167242" sldId="280"/>
            <ac:spMk id="35" creationId="{074EEFF0-BEE0-C475-BB74-FCFF656901E0}"/>
          </ac:spMkLst>
        </pc:spChg>
        <pc:spChg chg="add mod">
          <ac:chgData name="啟惟 黃" userId="295028675c722a23" providerId="LiveId" clId="{FEA7CCFE-4AF4-46A2-A28A-5146B975DD40}" dt="2024-07-08T08:09:29.729" v="2343" actId="207"/>
          <ac:spMkLst>
            <pc:docMk/>
            <pc:sldMk cId="2919167242" sldId="280"/>
            <ac:spMk id="50" creationId="{3390C7C2-4B3F-2B18-001B-F8E98E396E1A}"/>
          </ac:spMkLst>
        </pc:spChg>
        <pc:spChg chg="add mod">
          <ac:chgData name="啟惟 黃" userId="295028675c722a23" providerId="LiveId" clId="{FEA7CCFE-4AF4-46A2-A28A-5146B975DD40}" dt="2024-07-08T08:35:14.784" v="2452" actId="20577"/>
          <ac:spMkLst>
            <pc:docMk/>
            <pc:sldMk cId="2919167242" sldId="280"/>
            <ac:spMk id="54" creationId="{AD596FA8-BE39-7DE3-F135-446DFFA8E679}"/>
          </ac:spMkLst>
        </pc:spChg>
        <pc:grpChg chg="add del mod">
          <ac:chgData name="啟惟 黃" userId="295028675c722a23" providerId="LiveId" clId="{FEA7CCFE-4AF4-46A2-A28A-5146B975DD40}" dt="2024-07-05T02:11:53.681" v="1481" actId="478"/>
          <ac:grpSpMkLst>
            <pc:docMk/>
            <pc:sldMk cId="2919167242" sldId="280"/>
            <ac:grpSpMk id="30" creationId="{2D2DCD10-0D57-3BD5-335A-116E52E26551}"/>
          </ac:grpSpMkLst>
        </pc:grpChg>
        <pc:picChg chg="add del mod">
          <ac:chgData name="啟惟 黃" userId="295028675c722a23" providerId="LiveId" clId="{FEA7CCFE-4AF4-46A2-A28A-5146B975DD40}" dt="2024-07-08T07:32:38.550" v="2177" actId="478"/>
          <ac:picMkLst>
            <pc:docMk/>
            <pc:sldMk cId="2919167242" sldId="280"/>
            <ac:picMk id="3" creationId="{444D5C4D-6867-8128-27E2-CFEEE455C85A}"/>
          </ac:picMkLst>
        </pc:picChg>
        <pc:picChg chg="add mod">
          <ac:chgData name="啟惟 黃" userId="295028675c722a23" providerId="LiveId" clId="{FEA7CCFE-4AF4-46A2-A28A-5146B975DD40}" dt="2024-07-08T08:00:13.400" v="2221" actId="1076"/>
          <ac:picMkLst>
            <pc:docMk/>
            <pc:sldMk cId="2919167242" sldId="280"/>
            <ac:picMk id="6" creationId="{634859BE-75C4-99C6-B076-6FF8A45E66A6}"/>
          </ac:picMkLst>
        </pc:picChg>
        <pc:picChg chg="add mod">
          <ac:chgData name="啟惟 黃" userId="295028675c722a23" providerId="LiveId" clId="{FEA7CCFE-4AF4-46A2-A28A-5146B975DD40}" dt="2024-07-08T08:01:03.116" v="2229" actId="1076"/>
          <ac:picMkLst>
            <pc:docMk/>
            <pc:sldMk cId="2919167242" sldId="280"/>
            <ac:picMk id="7" creationId="{F3066F4C-B714-3E77-3A23-E7F46488FC99}"/>
          </ac:picMkLst>
        </pc:picChg>
        <pc:picChg chg="add mod">
          <ac:chgData name="啟惟 黃" userId="295028675c722a23" providerId="LiveId" clId="{FEA7CCFE-4AF4-46A2-A28A-5146B975DD40}" dt="2024-07-08T08:01:06.581" v="2230" actId="1076"/>
          <ac:picMkLst>
            <pc:docMk/>
            <pc:sldMk cId="2919167242" sldId="280"/>
            <ac:picMk id="8" creationId="{CDD9442E-CD09-2F7A-7D2D-C5A1C8E8E326}"/>
          </ac:picMkLst>
        </pc:picChg>
        <pc:picChg chg="add mod">
          <ac:chgData name="啟惟 黃" userId="295028675c722a23" providerId="LiveId" clId="{FEA7CCFE-4AF4-46A2-A28A-5146B975DD40}" dt="2024-07-08T08:00:48.181" v="2227" actId="207"/>
          <ac:picMkLst>
            <pc:docMk/>
            <pc:sldMk cId="2919167242" sldId="280"/>
            <ac:picMk id="9" creationId="{2D49B0F9-BA1C-0076-3FB8-BF393B934F00}"/>
          </ac:picMkLst>
        </pc:picChg>
        <pc:picChg chg="add del mod">
          <ac:chgData name="啟惟 黃" userId="295028675c722a23" providerId="LiveId" clId="{FEA7CCFE-4AF4-46A2-A28A-5146B975DD40}" dt="2024-07-08T08:02:59.897" v="2251" actId="478"/>
          <ac:picMkLst>
            <pc:docMk/>
            <pc:sldMk cId="2919167242" sldId="280"/>
            <ac:picMk id="12" creationId="{0868DD83-86E4-D1DD-5321-D26C4CDC0A03}"/>
          </ac:picMkLst>
        </pc:picChg>
        <pc:picChg chg="del mod ord topLvl">
          <ac:chgData name="啟惟 黃" userId="295028675c722a23" providerId="LiveId" clId="{FEA7CCFE-4AF4-46A2-A28A-5146B975DD40}" dt="2024-07-05T02:11:53.681" v="1481" actId="478"/>
          <ac:picMkLst>
            <pc:docMk/>
            <pc:sldMk cId="2919167242" sldId="280"/>
            <ac:picMk id="31" creationId="{CF3DE729-D3F3-5937-61C5-5CD5BC343162}"/>
          </ac:picMkLst>
        </pc:picChg>
        <pc:picChg chg="add mod ord">
          <ac:chgData name="啟惟 黃" userId="295028675c722a23" providerId="LiveId" clId="{FEA7CCFE-4AF4-46A2-A28A-5146B975DD40}" dt="2024-07-08T04:28:24.977" v="2164" actId="1076"/>
          <ac:picMkLst>
            <pc:docMk/>
            <pc:sldMk cId="2919167242" sldId="280"/>
            <ac:picMk id="51" creationId="{CA73C3A8-6243-3036-948E-974CBACA81E8}"/>
          </ac:picMkLst>
        </pc:picChg>
        <pc:picChg chg="add mod">
          <ac:chgData name="啟惟 黃" userId="295028675c722a23" providerId="LiveId" clId="{FEA7CCFE-4AF4-46A2-A28A-5146B975DD40}" dt="2024-07-05T02:35:42.161" v="1659" actId="1076"/>
          <ac:picMkLst>
            <pc:docMk/>
            <pc:sldMk cId="2919167242" sldId="280"/>
            <ac:picMk id="53" creationId="{28D2FA78-1989-2BE0-E751-B546BB8457F8}"/>
          </ac:picMkLst>
        </pc:picChg>
        <pc:cxnChg chg="add mod">
          <ac:chgData name="啟惟 黃" userId="295028675c722a23" providerId="LiveId" clId="{FEA7CCFE-4AF4-46A2-A28A-5146B975DD40}" dt="2024-07-05T02:30:11.551" v="1632" actId="1076"/>
          <ac:cxnSpMkLst>
            <pc:docMk/>
            <pc:sldMk cId="2919167242" sldId="280"/>
            <ac:cxnSpMk id="37" creationId="{28DFDBE2-6A91-BDA0-E003-769924A2017F}"/>
          </ac:cxnSpMkLst>
        </pc:cxnChg>
        <pc:cxnChg chg="add mod">
          <ac:chgData name="啟惟 黃" userId="295028675c722a23" providerId="LiveId" clId="{FEA7CCFE-4AF4-46A2-A28A-5146B975DD40}" dt="2024-07-05T02:30:11.551" v="1632" actId="1076"/>
          <ac:cxnSpMkLst>
            <pc:docMk/>
            <pc:sldMk cId="2919167242" sldId="280"/>
            <ac:cxnSpMk id="38" creationId="{870A1744-F1EE-653D-8A5E-C1807EE309F2}"/>
          </ac:cxnSpMkLst>
        </pc:cxnChg>
        <pc:cxnChg chg="add mod">
          <ac:chgData name="啟惟 黃" userId="295028675c722a23" providerId="LiveId" clId="{FEA7CCFE-4AF4-46A2-A28A-5146B975DD40}" dt="2024-07-05T02:30:43.744" v="1635" actId="1076"/>
          <ac:cxnSpMkLst>
            <pc:docMk/>
            <pc:sldMk cId="2919167242" sldId="280"/>
            <ac:cxnSpMk id="48" creationId="{73DD42AA-D1E5-2EB1-667D-43CE18CA7A61}"/>
          </ac:cxnSpMkLst>
        </pc:cxnChg>
        <pc:cxnChg chg="add mod">
          <ac:chgData name="啟惟 黃" userId="295028675c722a23" providerId="LiveId" clId="{FEA7CCFE-4AF4-46A2-A28A-5146B975DD40}" dt="2024-07-05T02:30:43.744" v="1635" actId="1076"/>
          <ac:cxnSpMkLst>
            <pc:docMk/>
            <pc:sldMk cId="2919167242" sldId="280"/>
            <ac:cxnSpMk id="49" creationId="{72170F4E-26C5-8B2C-5745-9A47C8573C4C}"/>
          </ac:cxnSpMkLst>
        </pc:cxnChg>
      </pc:sldChg>
      <pc:sldChg chg="addSp delSp modSp new mod ord">
        <pc:chgData name="啟惟 黃" userId="295028675c722a23" providerId="LiveId" clId="{FEA7CCFE-4AF4-46A2-A28A-5146B975DD40}" dt="2024-07-08T08:34:33.844" v="2446"/>
        <pc:sldMkLst>
          <pc:docMk/>
          <pc:sldMk cId="1980072625" sldId="281"/>
        </pc:sldMkLst>
        <pc:spChg chg="mod">
          <ac:chgData name="啟惟 黃" userId="295028675c722a23" providerId="LiveId" clId="{FEA7CCFE-4AF4-46A2-A28A-5146B975DD40}" dt="2024-07-08T08:17:12.409" v="2355" actId="1076"/>
          <ac:spMkLst>
            <pc:docMk/>
            <pc:sldMk cId="1980072625" sldId="281"/>
            <ac:spMk id="2" creationId="{9135393F-4CE8-5700-E49B-084F7D025D2D}"/>
          </ac:spMkLst>
        </pc:spChg>
        <pc:spChg chg="mod">
          <ac:chgData name="啟惟 黃" userId="295028675c722a23" providerId="LiveId" clId="{FEA7CCFE-4AF4-46A2-A28A-5146B975DD40}" dt="2024-07-08T08:18:01.393" v="2361" actId="21"/>
          <ac:spMkLst>
            <pc:docMk/>
            <pc:sldMk cId="1980072625" sldId="281"/>
            <ac:spMk id="3" creationId="{F0FA30BC-EE8C-7332-23E8-2C2EC17C2800}"/>
          </ac:spMkLst>
        </pc:spChg>
        <pc:spChg chg="add mod">
          <ac:chgData name="啟惟 黃" userId="295028675c722a23" providerId="LiveId" clId="{FEA7CCFE-4AF4-46A2-A28A-5146B975DD40}" dt="2024-07-08T08:18:17.301" v="2367"/>
          <ac:spMkLst>
            <pc:docMk/>
            <pc:sldMk cId="1980072625" sldId="281"/>
            <ac:spMk id="5" creationId="{9C131C23-C6C3-F812-6542-D437430F94B0}"/>
          </ac:spMkLst>
        </pc:spChg>
        <pc:spChg chg="add del mod">
          <ac:chgData name="啟惟 黃" userId="295028675c722a23" providerId="LiveId" clId="{FEA7CCFE-4AF4-46A2-A28A-5146B975DD40}" dt="2024-07-08T08:24:51.001" v="2393" actId="478"/>
          <ac:spMkLst>
            <pc:docMk/>
            <pc:sldMk cId="1980072625" sldId="281"/>
            <ac:spMk id="9" creationId="{0DF263AD-C4A1-7472-E3A8-8A1B43B1DC44}"/>
          </ac:spMkLst>
        </pc:spChg>
        <pc:spChg chg="add mod">
          <ac:chgData name="啟惟 黃" userId="295028675c722a23" providerId="LiveId" clId="{FEA7CCFE-4AF4-46A2-A28A-5146B975DD40}" dt="2024-07-08T08:27:45.496" v="2407" actId="20577"/>
          <ac:spMkLst>
            <pc:docMk/>
            <pc:sldMk cId="1980072625" sldId="281"/>
            <ac:spMk id="11" creationId="{94E19677-A3A7-003C-7700-D394949F7BB3}"/>
          </ac:spMkLst>
        </pc:spChg>
        <pc:graphicFrameChg chg="add mod modGraphic">
          <ac:chgData name="啟惟 黃" userId="295028675c722a23" providerId="LiveId" clId="{FEA7CCFE-4AF4-46A2-A28A-5146B975DD40}" dt="2024-07-08T08:33:06.323" v="2439" actId="403"/>
          <ac:graphicFrameMkLst>
            <pc:docMk/>
            <pc:sldMk cId="1980072625" sldId="281"/>
            <ac:graphicFrameMk id="4" creationId="{3296045A-1474-8520-EA8D-3E775554EF1C}"/>
          </ac:graphicFrameMkLst>
        </pc:graphicFrameChg>
        <pc:picChg chg="add del mod">
          <ac:chgData name="啟惟 黃" userId="295028675c722a23" providerId="LiveId" clId="{FEA7CCFE-4AF4-46A2-A28A-5146B975DD40}" dt="2024-07-08T08:24:52.370" v="2394" actId="478"/>
          <ac:picMkLst>
            <pc:docMk/>
            <pc:sldMk cId="1980072625" sldId="281"/>
            <ac:picMk id="7" creationId="{754665FC-4B59-4E34-A4E4-FCDAA2D083DC}"/>
          </ac:picMkLst>
        </pc:picChg>
        <pc:picChg chg="add mod ord">
          <ac:chgData name="啟惟 黃" userId="295028675c722a23" providerId="LiveId" clId="{FEA7CCFE-4AF4-46A2-A28A-5146B975DD40}" dt="2024-07-08T08:26:14.716" v="2400" actId="167"/>
          <ac:picMkLst>
            <pc:docMk/>
            <pc:sldMk cId="1980072625" sldId="281"/>
            <ac:picMk id="10" creationId="{0C097F14-2496-B127-941A-24503ADC914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C95E88-7F86-4324-BD08-701CBDB36355}" type="doc">
      <dgm:prSet loTypeId="urn:microsoft.com/office/officeart/2005/8/layout/process2" loCatId="process" qsTypeId="urn:microsoft.com/office/officeart/2005/8/quickstyle/3d7" qsCatId="3D" csTypeId="urn:microsoft.com/office/officeart/2005/8/colors/accent0_3" csCatId="mainScheme" phldr="1"/>
      <dgm:spPr/>
      <dgm:t>
        <a:bodyPr/>
        <a:lstStyle/>
        <a:p>
          <a:endParaRPr lang="zh-TW" altLang="en-US"/>
        </a:p>
      </dgm:t>
    </dgm:pt>
    <dgm:pt modelId="{9068B0A9-91DC-4D75-8E52-E5AFC4B44637}">
      <dgm:prSet phldrT="[文字]" custT="1"/>
      <dgm:spPr>
        <a:solidFill>
          <a:schemeClr val="accent4">
            <a:lumMod val="75000"/>
          </a:schemeClr>
        </a:solidFill>
      </dgm:spPr>
      <dgm:t>
        <a:bodyPr/>
        <a:lstStyle/>
        <a:p>
          <a:pPr algn="ctr"/>
          <a:r>
            <a:rPr lang="en-US" altLang="zh-TW" sz="2800" b="1" dirty="0"/>
            <a:t>Estimation &amp; Quotation</a:t>
          </a:r>
          <a:br>
            <a:rPr lang="en-US" altLang="zh-TW" sz="1800" dirty="0"/>
          </a:br>
          <a:r>
            <a:rPr lang="en-US" altLang="zh-TW" sz="1800" dirty="0"/>
            <a:t>We actively understand your product needs and review official drawings to confirm requirements. Our technicians analyze each processing step and coordination, providing you with a satisfactory price.</a:t>
          </a:r>
          <a:endParaRPr lang="zh-TW" altLang="en-US" sz="1800" dirty="0"/>
        </a:p>
      </dgm:t>
    </dgm:pt>
    <dgm:pt modelId="{FA2AFE7E-A720-4BA9-9E32-9F5A1727674D}" type="parTrans" cxnId="{9E8BD06F-25A6-4D80-A012-5A2448CE3999}">
      <dgm:prSet/>
      <dgm:spPr/>
      <dgm:t>
        <a:bodyPr/>
        <a:lstStyle/>
        <a:p>
          <a:endParaRPr lang="zh-TW" altLang="en-US"/>
        </a:p>
      </dgm:t>
    </dgm:pt>
    <dgm:pt modelId="{925EA98B-B977-4C83-A8F4-D05190A0D4B5}" type="sibTrans" cxnId="{9E8BD06F-25A6-4D80-A012-5A2448CE3999}">
      <dgm:prSet/>
      <dgm:spPr/>
      <dgm:t>
        <a:bodyPr/>
        <a:lstStyle/>
        <a:p>
          <a:endParaRPr lang="zh-TW" altLang="en-US"/>
        </a:p>
      </dgm:t>
    </dgm:pt>
    <dgm:pt modelId="{830B4E9E-54DD-451E-B8A6-B58AE3428E68}">
      <dgm:prSet phldrT="[文字]" custT="1"/>
      <dgm:spPr>
        <a:solidFill>
          <a:schemeClr val="accent6">
            <a:lumMod val="60000"/>
            <a:lumOff val="40000"/>
          </a:schemeClr>
        </a:solidFill>
      </dgm:spPr>
      <dgm:t>
        <a:bodyPr/>
        <a:lstStyle/>
        <a:p>
          <a:pPr algn="ctr"/>
          <a:r>
            <a:rPr lang="en-US" altLang="zh-TW" sz="2800" b="1" dirty="0"/>
            <a:t>Sample Production</a:t>
          </a:r>
          <a:br>
            <a:rPr lang="en-US" altLang="zh-TW" sz="1800" dirty="0"/>
          </a:br>
          <a:r>
            <a:rPr lang="en-US" altLang="zh-TW" sz="1800" dirty="0"/>
            <a:t>From mold development to injection molding and various processing, we carefully create your product, offering appropriate surface treatment as per your requirements. We send the sample to you and discuss any improvements until you are satisfied.</a:t>
          </a:r>
          <a:endParaRPr lang="zh-TW" altLang="en-US" sz="1800" dirty="0"/>
        </a:p>
      </dgm:t>
    </dgm:pt>
    <dgm:pt modelId="{10528D9D-A18C-405F-9C5E-09D721E25A33}" type="parTrans" cxnId="{F4BC3D00-15DD-488B-9C58-155CAEC0C7B3}">
      <dgm:prSet/>
      <dgm:spPr/>
      <dgm:t>
        <a:bodyPr/>
        <a:lstStyle/>
        <a:p>
          <a:endParaRPr lang="zh-TW" altLang="en-US"/>
        </a:p>
      </dgm:t>
    </dgm:pt>
    <dgm:pt modelId="{395B3EA2-175E-4733-B864-DD7FFB59D944}" type="sibTrans" cxnId="{F4BC3D00-15DD-488B-9C58-155CAEC0C7B3}">
      <dgm:prSet/>
      <dgm:spPr/>
      <dgm:t>
        <a:bodyPr/>
        <a:lstStyle/>
        <a:p>
          <a:endParaRPr lang="zh-TW" altLang="en-US"/>
        </a:p>
      </dgm:t>
    </dgm:pt>
    <dgm:pt modelId="{D5419D8A-543A-4211-8367-E663C974F433}">
      <dgm:prSet phldrT="[文字]" custT="1"/>
      <dgm:spPr>
        <a:solidFill>
          <a:schemeClr val="accent2">
            <a:lumMod val="60000"/>
            <a:lumOff val="40000"/>
          </a:schemeClr>
        </a:solidFill>
      </dgm:spPr>
      <dgm:t>
        <a:bodyPr/>
        <a:lstStyle/>
        <a:p>
          <a:pPr algn="ctr"/>
          <a:r>
            <a:rPr lang="en-US" altLang="zh-TW" sz="2800" b="1" dirty="0"/>
            <a:t>Mass Production</a:t>
          </a:r>
          <a:br>
            <a:rPr lang="en-US" altLang="zh-TW" sz="1900" dirty="0"/>
          </a:br>
          <a:r>
            <a:rPr lang="en-US" altLang="zh-TW" sz="1900" dirty="0"/>
            <a:t>Upon sample approval, we begin mass production. We follow a comprehensive QC engineering table to ensure product quality, continuously planning, executing, inspecting, and acting to provide you with the best service.</a:t>
          </a:r>
          <a:endParaRPr lang="zh-TW" altLang="en-US" sz="1900" dirty="0"/>
        </a:p>
      </dgm:t>
    </dgm:pt>
    <dgm:pt modelId="{9011830B-8CAC-483D-BFAD-58CE6680DF0D}" type="parTrans" cxnId="{323EBA06-F561-4353-9A98-8E51333411F4}">
      <dgm:prSet/>
      <dgm:spPr/>
      <dgm:t>
        <a:bodyPr/>
        <a:lstStyle/>
        <a:p>
          <a:endParaRPr lang="zh-TW" altLang="en-US"/>
        </a:p>
      </dgm:t>
    </dgm:pt>
    <dgm:pt modelId="{C6951865-BB69-4455-BE4C-6128414AF110}" type="sibTrans" cxnId="{323EBA06-F561-4353-9A98-8E51333411F4}">
      <dgm:prSet/>
      <dgm:spPr/>
      <dgm:t>
        <a:bodyPr/>
        <a:lstStyle/>
        <a:p>
          <a:endParaRPr lang="zh-TW" altLang="en-US"/>
        </a:p>
      </dgm:t>
    </dgm:pt>
    <dgm:pt modelId="{3FE74F00-5E4C-4D0D-978F-23C1EF46A711}" type="pres">
      <dgm:prSet presAssocID="{26C95E88-7F86-4324-BD08-701CBDB36355}" presName="linearFlow" presStyleCnt="0">
        <dgm:presLayoutVars>
          <dgm:resizeHandles val="exact"/>
        </dgm:presLayoutVars>
      </dgm:prSet>
      <dgm:spPr/>
    </dgm:pt>
    <dgm:pt modelId="{A350E948-4491-4D33-AB00-38BC68029661}" type="pres">
      <dgm:prSet presAssocID="{9068B0A9-91DC-4D75-8E52-E5AFC4B44637}" presName="node" presStyleLbl="node1" presStyleIdx="0" presStyleCnt="3">
        <dgm:presLayoutVars>
          <dgm:bulletEnabled val="1"/>
        </dgm:presLayoutVars>
      </dgm:prSet>
      <dgm:spPr/>
    </dgm:pt>
    <dgm:pt modelId="{03B5A7FF-8CD4-491C-99BC-A8FCCE72A8EC}" type="pres">
      <dgm:prSet presAssocID="{925EA98B-B977-4C83-A8F4-D05190A0D4B5}" presName="sibTrans" presStyleLbl="sibTrans2D1" presStyleIdx="0" presStyleCnt="2"/>
      <dgm:spPr/>
    </dgm:pt>
    <dgm:pt modelId="{B4686DD8-6BDE-4FA2-9741-7FE63890A9D7}" type="pres">
      <dgm:prSet presAssocID="{925EA98B-B977-4C83-A8F4-D05190A0D4B5}" presName="connectorText" presStyleLbl="sibTrans2D1" presStyleIdx="0" presStyleCnt="2"/>
      <dgm:spPr/>
    </dgm:pt>
    <dgm:pt modelId="{3D421E0C-A733-4C2A-B06D-17D849A2ADE6}" type="pres">
      <dgm:prSet presAssocID="{830B4E9E-54DD-451E-B8A6-B58AE3428E68}" presName="node" presStyleLbl="node1" presStyleIdx="1" presStyleCnt="3">
        <dgm:presLayoutVars>
          <dgm:bulletEnabled val="1"/>
        </dgm:presLayoutVars>
      </dgm:prSet>
      <dgm:spPr/>
    </dgm:pt>
    <dgm:pt modelId="{410652E2-C501-4432-94D9-2706185EA51F}" type="pres">
      <dgm:prSet presAssocID="{395B3EA2-175E-4733-B864-DD7FFB59D944}" presName="sibTrans" presStyleLbl="sibTrans2D1" presStyleIdx="1" presStyleCnt="2"/>
      <dgm:spPr/>
    </dgm:pt>
    <dgm:pt modelId="{9B7D968A-BA2C-4B0F-AEB3-94E781F4E1C2}" type="pres">
      <dgm:prSet presAssocID="{395B3EA2-175E-4733-B864-DD7FFB59D944}" presName="connectorText" presStyleLbl="sibTrans2D1" presStyleIdx="1" presStyleCnt="2"/>
      <dgm:spPr/>
    </dgm:pt>
    <dgm:pt modelId="{009F9195-6F03-4AC5-A21D-C6C507FDF7E2}" type="pres">
      <dgm:prSet presAssocID="{D5419D8A-543A-4211-8367-E663C974F433}" presName="node" presStyleLbl="node1" presStyleIdx="2" presStyleCnt="3">
        <dgm:presLayoutVars>
          <dgm:bulletEnabled val="1"/>
        </dgm:presLayoutVars>
      </dgm:prSet>
      <dgm:spPr/>
    </dgm:pt>
  </dgm:ptLst>
  <dgm:cxnLst>
    <dgm:cxn modelId="{F4BC3D00-15DD-488B-9C58-155CAEC0C7B3}" srcId="{26C95E88-7F86-4324-BD08-701CBDB36355}" destId="{830B4E9E-54DD-451E-B8A6-B58AE3428E68}" srcOrd="1" destOrd="0" parTransId="{10528D9D-A18C-405F-9C5E-09D721E25A33}" sibTransId="{395B3EA2-175E-4733-B864-DD7FFB59D944}"/>
    <dgm:cxn modelId="{323EBA06-F561-4353-9A98-8E51333411F4}" srcId="{26C95E88-7F86-4324-BD08-701CBDB36355}" destId="{D5419D8A-543A-4211-8367-E663C974F433}" srcOrd="2" destOrd="0" parTransId="{9011830B-8CAC-483D-BFAD-58CE6680DF0D}" sibTransId="{C6951865-BB69-4455-BE4C-6128414AF110}"/>
    <dgm:cxn modelId="{33A71616-7013-4074-98CE-AD93E92B0150}" type="presOf" srcId="{D5419D8A-543A-4211-8367-E663C974F433}" destId="{009F9195-6F03-4AC5-A21D-C6C507FDF7E2}" srcOrd="0" destOrd="0" presId="urn:microsoft.com/office/officeart/2005/8/layout/process2"/>
    <dgm:cxn modelId="{D186C348-F67B-476F-AE93-24D08372E325}" type="presOf" srcId="{395B3EA2-175E-4733-B864-DD7FFB59D944}" destId="{410652E2-C501-4432-94D9-2706185EA51F}" srcOrd="0" destOrd="0" presId="urn:microsoft.com/office/officeart/2005/8/layout/process2"/>
    <dgm:cxn modelId="{9E8BD06F-25A6-4D80-A012-5A2448CE3999}" srcId="{26C95E88-7F86-4324-BD08-701CBDB36355}" destId="{9068B0A9-91DC-4D75-8E52-E5AFC4B44637}" srcOrd="0" destOrd="0" parTransId="{FA2AFE7E-A720-4BA9-9E32-9F5A1727674D}" sibTransId="{925EA98B-B977-4C83-A8F4-D05190A0D4B5}"/>
    <dgm:cxn modelId="{DA4C1F77-80FA-406A-898A-0986561D7FA2}" type="presOf" srcId="{26C95E88-7F86-4324-BD08-701CBDB36355}" destId="{3FE74F00-5E4C-4D0D-978F-23C1EF46A711}" srcOrd="0" destOrd="0" presId="urn:microsoft.com/office/officeart/2005/8/layout/process2"/>
    <dgm:cxn modelId="{B90F5979-EAE8-4272-924A-0EA8A209A344}" type="presOf" srcId="{830B4E9E-54DD-451E-B8A6-B58AE3428E68}" destId="{3D421E0C-A733-4C2A-B06D-17D849A2ADE6}" srcOrd="0" destOrd="0" presId="urn:microsoft.com/office/officeart/2005/8/layout/process2"/>
    <dgm:cxn modelId="{6DFF53D0-D1CD-450E-89EF-4251BA440547}" type="presOf" srcId="{925EA98B-B977-4C83-A8F4-D05190A0D4B5}" destId="{03B5A7FF-8CD4-491C-99BC-A8FCCE72A8EC}" srcOrd="0" destOrd="0" presId="urn:microsoft.com/office/officeart/2005/8/layout/process2"/>
    <dgm:cxn modelId="{CBBDA9D2-24EB-4366-A558-0DD7D5C8C42F}" type="presOf" srcId="{395B3EA2-175E-4733-B864-DD7FFB59D944}" destId="{9B7D968A-BA2C-4B0F-AEB3-94E781F4E1C2}" srcOrd="1" destOrd="0" presId="urn:microsoft.com/office/officeart/2005/8/layout/process2"/>
    <dgm:cxn modelId="{900803DE-74E2-41D6-824B-5F9CEE743693}" type="presOf" srcId="{925EA98B-B977-4C83-A8F4-D05190A0D4B5}" destId="{B4686DD8-6BDE-4FA2-9741-7FE63890A9D7}" srcOrd="1" destOrd="0" presId="urn:microsoft.com/office/officeart/2005/8/layout/process2"/>
    <dgm:cxn modelId="{D8C103E1-6E7D-464A-9738-A51177F90025}" type="presOf" srcId="{9068B0A9-91DC-4D75-8E52-E5AFC4B44637}" destId="{A350E948-4491-4D33-AB00-38BC68029661}" srcOrd="0" destOrd="0" presId="urn:microsoft.com/office/officeart/2005/8/layout/process2"/>
    <dgm:cxn modelId="{BF490554-A11C-4BAD-9409-606CBCFE10FD}" type="presParOf" srcId="{3FE74F00-5E4C-4D0D-978F-23C1EF46A711}" destId="{A350E948-4491-4D33-AB00-38BC68029661}" srcOrd="0" destOrd="0" presId="urn:microsoft.com/office/officeart/2005/8/layout/process2"/>
    <dgm:cxn modelId="{319A929A-BA9F-410A-9E4F-A6F65425F5C4}" type="presParOf" srcId="{3FE74F00-5E4C-4D0D-978F-23C1EF46A711}" destId="{03B5A7FF-8CD4-491C-99BC-A8FCCE72A8EC}" srcOrd="1" destOrd="0" presId="urn:microsoft.com/office/officeart/2005/8/layout/process2"/>
    <dgm:cxn modelId="{22F7B04D-36E6-4A51-8A60-37C2D75B0833}" type="presParOf" srcId="{03B5A7FF-8CD4-491C-99BC-A8FCCE72A8EC}" destId="{B4686DD8-6BDE-4FA2-9741-7FE63890A9D7}" srcOrd="0" destOrd="0" presId="urn:microsoft.com/office/officeart/2005/8/layout/process2"/>
    <dgm:cxn modelId="{ADA903DB-1AB8-48CB-8D64-77CD51A80720}" type="presParOf" srcId="{3FE74F00-5E4C-4D0D-978F-23C1EF46A711}" destId="{3D421E0C-A733-4C2A-B06D-17D849A2ADE6}" srcOrd="2" destOrd="0" presId="urn:microsoft.com/office/officeart/2005/8/layout/process2"/>
    <dgm:cxn modelId="{DD29576E-9EFA-49AB-8F26-356AAE77F735}" type="presParOf" srcId="{3FE74F00-5E4C-4D0D-978F-23C1EF46A711}" destId="{410652E2-C501-4432-94D9-2706185EA51F}" srcOrd="3" destOrd="0" presId="urn:microsoft.com/office/officeart/2005/8/layout/process2"/>
    <dgm:cxn modelId="{7BE88D94-9BDD-4C53-9CDA-D0028DE0C0D7}" type="presParOf" srcId="{410652E2-C501-4432-94D9-2706185EA51F}" destId="{9B7D968A-BA2C-4B0F-AEB3-94E781F4E1C2}" srcOrd="0" destOrd="0" presId="urn:microsoft.com/office/officeart/2005/8/layout/process2"/>
    <dgm:cxn modelId="{2B084ACF-72FF-472F-920C-EF82B3B479AD}" type="presParOf" srcId="{3FE74F00-5E4C-4D0D-978F-23C1EF46A711}" destId="{009F9195-6F03-4AC5-A21D-C6C507FDF7E2}"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0E948-4491-4D33-AB00-38BC68029661}">
      <dsp:nvSpPr>
        <dsp:cNvPr id="0" name=""/>
        <dsp:cNvSpPr/>
      </dsp:nvSpPr>
      <dsp:spPr>
        <a:xfrm>
          <a:off x="0" y="3776"/>
          <a:ext cx="6206418" cy="1931438"/>
        </a:xfrm>
        <a:prstGeom prst="roundRect">
          <a:avLst>
            <a:gd name="adj" fmla="val 10000"/>
          </a:avLst>
        </a:prstGeom>
        <a:solidFill>
          <a:schemeClr val="accent4">
            <a:lumMod val="7500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zh-TW" sz="2800" b="1" kern="1200" dirty="0"/>
            <a:t>Estimation &amp; Quotation</a:t>
          </a:r>
          <a:br>
            <a:rPr lang="en-US" altLang="zh-TW" sz="1800" kern="1200" dirty="0"/>
          </a:br>
          <a:r>
            <a:rPr lang="en-US" altLang="zh-TW" sz="1800" kern="1200" dirty="0"/>
            <a:t>We actively understand your product needs and review official drawings to confirm requirements. Our technicians analyze each processing step and coordination, providing you with a satisfactory price.</a:t>
          </a:r>
          <a:endParaRPr lang="zh-TW" altLang="en-US" sz="1800" kern="1200" dirty="0"/>
        </a:p>
      </dsp:txBody>
      <dsp:txXfrm>
        <a:off x="56570" y="60346"/>
        <a:ext cx="6093278" cy="1818298"/>
      </dsp:txXfrm>
    </dsp:sp>
    <dsp:sp modelId="{03B5A7FF-8CD4-491C-99BC-A8FCCE72A8EC}">
      <dsp:nvSpPr>
        <dsp:cNvPr id="0" name=""/>
        <dsp:cNvSpPr/>
      </dsp:nvSpPr>
      <dsp:spPr>
        <a:xfrm rot="5400000">
          <a:off x="2741064" y="1983500"/>
          <a:ext cx="724289" cy="869147"/>
        </a:xfrm>
        <a:prstGeom prst="rightArrow">
          <a:avLst>
            <a:gd name="adj1" fmla="val 60000"/>
            <a:gd name="adj2" fmla="val 50000"/>
          </a:avLst>
        </a:prstGeom>
        <a:solidFill>
          <a:schemeClr val="dk2">
            <a:tint val="60000"/>
            <a:hueOff val="0"/>
            <a:satOff val="0"/>
            <a:lumOff val="0"/>
            <a:alphaOff val="0"/>
          </a:schemeClr>
        </a:solidFill>
        <a:ln>
          <a:noFill/>
        </a:ln>
        <a:effectLst>
          <a:outerShdw blurRad="40000" dist="23000" dir="5400000" rotWithShape="0">
            <a:srgbClr val="000000">
              <a:alpha val="35000"/>
            </a:srgbClr>
          </a:outerShdw>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zh-TW" altLang="en-US" sz="3600" kern="1200"/>
        </a:p>
      </dsp:txBody>
      <dsp:txXfrm rot="-5400000">
        <a:off x="2842465" y="2055929"/>
        <a:ext cx="521489" cy="507002"/>
      </dsp:txXfrm>
    </dsp:sp>
    <dsp:sp modelId="{3D421E0C-A733-4C2A-B06D-17D849A2ADE6}">
      <dsp:nvSpPr>
        <dsp:cNvPr id="0" name=""/>
        <dsp:cNvSpPr/>
      </dsp:nvSpPr>
      <dsp:spPr>
        <a:xfrm>
          <a:off x="0" y="2900934"/>
          <a:ext cx="6206418" cy="1931438"/>
        </a:xfrm>
        <a:prstGeom prst="roundRect">
          <a:avLst>
            <a:gd name="adj" fmla="val 10000"/>
          </a:avLst>
        </a:prstGeom>
        <a:solidFill>
          <a:schemeClr val="accent6">
            <a:lumMod val="60000"/>
            <a:lumOff val="4000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zh-TW" sz="2800" b="1" kern="1200" dirty="0"/>
            <a:t>Sample Production</a:t>
          </a:r>
          <a:br>
            <a:rPr lang="en-US" altLang="zh-TW" sz="1800" kern="1200" dirty="0"/>
          </a:br>
          <a:r>
            <a:rPr lang="en-US" altLang="zh-TW" sz="1800" kern="1200" dirty="0"/>
            <a:t>From mold development to injection molding and various processing, we carefully create your product, offering appropriate surface treatment as per your requirements. We send the sample to you and discuss any improvements until you are satisfied.</a:t>
          </a:r>
          <a:endParaRPr lang="zh-TW" altLang="en-US" sz="1800" kern="1200" dirty="0"/>
        </a:p>
      </dsp:txBody>
      <dsp:txXfrm>
        <a:off x="56570" y="2957504"/>
        <a:ext cx="6093278" cy="1818298"/>
      </dsp:txXfrm>
    </dsp:sp>
    <dsp:sp modelId="{410652E2-C501-4432-94D9-2706185EA51F}">
      <dsp:nvSpPr>
        <dsp:cNvPr id="0" name=""/>
        <dsp:cNvSpPr/>
      </dsp:nvSpPr>
      <dsp:spPr>
        <a:xfrm rot="5400000">
          <a:off x="2741064" y="4880659"/>
          <a:ext cx="724289" cy="869147"/>
        </a:xfrm>
        <a:prstGeom prst="rightArrow">
          <a:avLst>
            <a:gd name="adj1" fmla="val 60000"/>
            <a:gd name="adj2" fmla="val 50000"/>
          </a:avLst>
        </a:prstGeom>
        <a:solidFill>
          <a:schemeClr val="dk2">
            <a:tint val="60000"/>
            <a:hueOff val="0"/>
            <a:satOff val="0"/>
            <a:lumOff val="0"/>
            <a:alphaOff val="0"/>
          </a:schemeClr>
        </a:solidFill>
        <a:ln>
          <a:noFill/>
        </a:ln>
        <a:effectLst>
          <a:outerShdw blurRad="40000" dist="23000" dir="5400000" rotWithShape="0">
            <a:srgbClr val="000000">
              <a:alpha val="35000"/>
            </a:srgbClr>
          </a:outerShdw>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zh-TW" altLang="en-US" sz="3600" kern="1200"/>
        </a:p>
      </dsp:txBody>
      <dsp:txXfrm rot="-5400000">
        <a:off x="2842465" y="4953088"/>
        <a:ext cx="521489" cy="507002"/>
      </dsp:txXfrm>
    </dsp:sp>
    <dsp:sp modelId="{009F9195-6F03-4AC5-A21D-C6C507FDF7E2}">
      <dsp:nvSpPr>
        <dsp:cNvPr id="0" name=""/>
        <dsp:cNvSpPr/>
      </dsp:nvSpPr>
      <dsp:spPr>
        <a:xfrm>
          <a:off x="0" y="5798092"/>
          <a:ext cx="6206418" cy="1931438"/>
        </a:xfrm>
        <a:prstGeom prst="roundRect">
          <a:avLst>
            <a:gd name="adj" fmla="val 10000"/>
          </a:avLst>
        </a:prstGeom>
        <a:solidFill>
          <a:schemeClr val="accent2">
            <a:lumMod val="60000"/>
            <a:lumOff val="4000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zh-TW" sz="2800" b="1" kern="1200" dirty="0"/>
            <a:t>Mass Production</a:t>
          </a:r>
          <a:br>
            <a:rPr lang="en-US" altLang="zh-TW" sz="1900" kern="1200" dirty="0"/>
          </a:br>
          <a:r>
            <a:rPr lang="en-US" altLang="zh-TW" sz="1900" kern="1200" dirty="0"/>
            <a:t>Upon sample approval, we begin mass production. We follow a comprehensive QC engineering table to ensure product quality, continuously planning, executing, inspecting, and acting to provide you with the best service.</a:t>
          </a:r>
          <a:endParaRPr lang="zh-TW" altLang="en-US" sz="1900" kern="1200" dirty="0"/>
        </a:p>
      </dsp:txBody>
      <dsp:txXfrm>
        <a:off x="56570" y="5854662"/>
        <a:ext cx="6093278" cy="181829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6EB20A15-CFE6-44E0-AA06-022CBE6AF3AB}" type="datetimeFigureOut">
              <a:rPr lang="zh-TW" altLang="en-US" smtClean="0"/>
              <a:t>2024/8/8</a:t>
            </a:fld>
            <a:endParaRPr lang="zh-TW" altLang="en-US"/>
          </a:p>
        </p:txBody>
      </p:sp>
      <p:sp>
        <p:nvSpPr>
          <p:cNvPr id="4" name="投影片影像版面配置區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7E861D30-B6C8-4FD5-AAB3-D60FE943A7F6}" type="slidenum">
              <a:rPr lang="zh-TW" altLang="en-US" smtClean="0"/>
              <a:t>‹#›</a:t>
            </a:fld>
            <a:endParaRPr lang="zh-TW" altLang="en-US"/>
          </a:p>
        </p:txBody>
      </p:sp>
    </p:spTree>
    <p:extLst>
      <p:ext uri="{BB962C8B-B14F-4D97-AF65-F5344CB8AC3E}">
        <p14:creationId xmlns:p14="http://schemas.microsoft.com/office/powerpoint/2010/main" val="3418801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861D30-B6C8-4FD5-AAB3-D60FE943A7F6}" type="slidenum">
              <a:rPr lang="zh-TW" altLang="en-US" smtClean="0"/>
              <a:t>1</a:t>
            </a:fld>
            <a:endParaRPr lang="zh-TW" altLang="en-US"/>
          </a:p>
        </p:txBody>
      </p:sp>
    </p:spTree>
    <p:extLst>
      <p:ext uri="{BB962C8B-B14F-4D97-AF65-F5344CB8AC3E}">
        <p14:creationId xmlns:p14="http://schemas.microsoft.com/office/powerpoint/2010/main" val="78091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3100" b="0" i="0">
                <a:solidFill>
                  <a:schemeClr val="tx1"/>
                </a:solidFill>
                <a:latin typeface="SimSun"/>
                <a:cs typeface="SimSun"/>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00" b="0" i="0">
                <a:solidFill>
                  <a:schemeClr val="tx1"/>
                </a:solidFill>
                <a:latin typeface="SimSun"/>
                <a:cs typeface="SimSu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4115" y="604257"/>
            <a:ext cx="673735" cy="344170"/>
          </a:xfrm>
          <a:custGeom>
            <a:avLst/>
            <a:gdLst/>
            <a:ahLst/>
            <a:cxnLst/>
            <a:rect l="l" t="t" r="r" b="b"/>
            <a:pathLst>
              <a:path w="673735" h="344169">
                <a:moveTo>
                  <a:pt x="322874" y="38514"/>
                </a:moveTo>
                <a:lnTo>
                  <a:pt x="162370" y="38514"/>
                </a:lnTo>
                <a:lnTo>
                  <a:pt x="160408" y="37398"/>
                </a:lnTo>
                <a:lnTo>
                  <a:pt x="156529" y="32957"/>
                </a:lnTo>
                <a:lnTo>
                  <a:pt x="150691" y="25653"/>
                </a:lnTo>
                <a:lnTo>
                  <a:pt x="142856" y="15947"/>
                </a:lnTo>
                <a:lnTo>
                  <a:pt x="174330" y="0"/>
                </a:lnTo>
                <a:lnTo>
                  <a:pt x="183545" y="10939"/>
                </a:lnTo>
                <a:lnTo>
                  <a:pt x="191678" y="21108"/>
                </a:lnTo>
                <a:lnTo>
                  <a:pt x="198286" y="29927"/>
                </a:lnTo>
                <a:lnTo>
                  <a:pt x="202923" y="36813"/>
                </a:lnTo>
                <a:lnTo>
                  <a:pt x="322874" y="36813"/>
                </a:lnTo>
                <a:lnTo>
                  <a:pt x="322874" y="38514"/>
                </a:lnTo>
                <a:close/>
              </a:path>
              <a:path w="673735" h="344169">
                <a:moveTo>
                  <a:pt x="37499" y="72447"/>
                </a:moveTo>
                <a:lnTo>
                  <a:pt x="37499" y="36813"/>
                </a:lnTo>
                <a:lnTo>
                  <a:pt x="162370" y="38514"/>
                </a:lnTo>
                <a:lnTo>
                  <a:pt x="322874" y="38514"/>
                </a:lnTo>
                <a:lnTo>
                  <a:pt x="322874" y="65233"/>
                </a:lnTo>
                <a:lnTo>
                  <a:pt x="107908" y="65233"/>
                </a:lnTo>
                <a:lnTo>
                  <a:pt x="129861" y="66410"/>
                </a:lnTo>
                <a:lnTo>
                  <a:pt x="152012" y="69942"/>
                </a:lnTo>
                <a:lnTo>
                  <a:pt x="161971" y="72274"/>
                </a:lnTo>
                <a:lnTo>
                  <a:pt x="80503" y="72274"/>
                </a:lnTo>
                <a:lnTo>
                  <a:pt x="37499" y="72447"/>
                </a:lnTo>
                <a:close/>
              </a:path>
              <a:path w="673735" h="344169">
                <a:moveTo>
                  <a:pt x="231004" y="69576"/>
                </a:moveTo>
                <a:lnTo>
                  <a:pt x="107908" y="65233"/>
                </a:lnTo>
                <a:lnTo>
                  <a:pt x="322874" y="65233"/>
                </a:lnTo>
                <a:lnTo>
                  <a:pt x="322874" y="69430"/>
                </a:lnTo>
                <a:lnTo>
                  <a:pt x="231547" y="69430"/>
                </a:lnTo>
                <a:lnTo>
                  <a:pt x="231004" y="69576"/>
                </a:lnTo>
                <a:close/>
              </a:path>
              <a:path w="673735" h="344169">
                <a:moveTo>
                  <a:pt x="235412" y="69732"/>
                </a:moveTo>
                <a:lnTo>
                  <a:pt x="231004" y="69576"/>
                </a:lnTo>
                <a:lnTo>
                  <a:pt x="231547" y="69430"/>
                </a:lnTo>
                <a:lnTo>
                  <a:pt x="235412" y="69732"/>
                </a:lnTo>
                <a:close/>
              </a:path>
              <a:path w="673735" h="344169">
                <a:moveTo>
                  <a:pt x="322874" y="72447"/>
                </a:moveTo>
                <a:lnTo>
                  <a:pt x="278846" y="69732"/>
                </a:lnTo>
                <a:lnTo>
                  <a:pt x="235412" y="69732"/>
                </a:lnTo>
                <a:lnTo>
                  <a:pt x="231547" y="69430"/>
                </a:lnTo>
                <a:lnTo>
                  <a:pt x="322874" y="69430"/>
                </a:lnTo>
                <a:lnTo>
                  <a:pt x="322874" y="72447"/>
                </a:lnTo>
                <a:close/>
              </a:path>
              <a:path w="673735" h="344169">
                <a:moveTo>
                  <a:pt x="277540" y="81015"/>
                </a:moveTo>
                <a:lnTo>
                  <a:pt x="195032" y="81015"/>
                </a:lnTo>
                <a:lnTo>
                  <a:pt x="222378" y="71903"/>
                </a:lnTo>
                <a:lnTo>
                  <a:pt x="231004" y="69576"/>
                </a:lnTo>
                <a:lnTo>
                  <a:pt x="235412" y="69732"/>
                </a:lnTo>
                <a:lnTo>
                  <a:pt x="278846" y="69732"/>
                </a:lnTo>
                <a:lnTo>
                  <a:pt x="290980" y="73974"/>
                </a:lnTo>
                <a:lnTo>
                  <a:pt x="277540" y="81015"/>
                </a:lnTo>
                <a:close/>
              </a:path>
              <a:path w="673735" h="344169">
                <a:moveTo>
                  <a:pt x="129016" y="129319"/>
                </a:moveTo>
                <a:lnTo>
                  <a:pt x="78150" y="129319"/>
                </a:lnTo>
                <a:lnTo>
                  <a:pt x="80933" y="128436"/>
                </a:lnTo>
                <a:lnTo>
                  <a:pt x="75271" y="127893"/>
                </a:lnTo>
                <a:lnTo>
                  <a:pt x="73944" y="127236"/>
                </a:lnTo>
                <a:lnTo>
                  <a:pt x="67654" y="122146"/>
                </a:lnTo>
                <a:lnTo>
                  <a:pt x="58622" y="114007"/>
                </a:lnTo>
                <a:lnTo>
                  <a:pt x="87628" y="108399"/>
                </a:lnTo>
                <a:lnTo>
                  <a:pt x="111313" y="103553"/>
                </a:lnTo>
                <a:lnTo>
                  <a:pt x="128207" y="99883"/>
                </a:lnTo>
                <a:lnTo>
                  <a:pt x="136839" y="97804"/>
                </a:lnTo>
                <a:lnTo>
                  <a:pt x="130897" y="96254"/>
                </a:lnTo>
                <a:lnTo>
                  <a:pt x="116804" y="92761"/>
                </a:lnTo>
                <a:lnTo>
                  <a:pt x="68973" y="81601"/>
                </a:lnTo>
                <a:lnTo>
                  <a:pt x="80503" y="72274"/>
                </a:lnTo>
                <a:lnTo>
                  <a:pt x="161971" y="72274"/>
                </a:lnTo>
                <a:lnTo>
                  <a:pt x="173891" y="75065"/>
                </a:lnTo>
                <a:lnTo>
                  <a:pt x="195032" y="81015"/>
                </a:lnTo>
                <a:lnTo>
                  <a:pt x="277540" y="81015"/>
                </a:lnTo>
                <a:lnTo>
                  <a:pt x="272619" y="83593"/>
                </a:lnTo>
                <a:lnTo>
                  <a:pt x="258260" y="90675"/>
                </a:lnTo>
                <a:lnTo>
                  <a:pt x="248849" y="95005"/>
                </a:lnTo>
                <a:lnTo>
                  <a:pt x="245333" y="96368"/>
                </a:lnTo>
                <a:lnTo>
                  <a:pt x="252645" y="98469"/>
                </a:lnTo>
                <a:lnTo>
                  <a:pt x="265579" y="102623"/>
                </a:lnTo>
                <a:lnTo>
                  <a:pt x="282856" y="108463"/>
                </a:lnTo>
                <a:lnTo>
                  <a:pt x="299093" y="114181"/>
                </a:lnTo>
                <a:lnTo>
                  <a:pt x="193843" y="114181"/>
                </a:lnTo>
                <a:lnTo>
                  <a:pt x="171131" y="120925"/>
                </a:lnTo>
                <a:lnTo>
                  <a:pt x="147527" y="126469"/>
                </a:lnTo>
                <a:lnTo>
                  <a:pt x="129016" y="129319"/>
                </a:lnTo>
                <a:close/>
              </a:path>
              <a:path w="673735" h="344169">
                <a:moveTo>
                  <a:pt x="240128" y="127486"/>
                </a:moveTo>
                <a:lnTo>
                  <a:pt x="229198" y="124891"/>
                </a:lnTo>
                <a:lnTo>
                  <a:pt x="212754" y="120029"/>
                </a:lnTo>
                <a:lnTo>
                  <a:pt x="193843" y="114181"/>
                </a:lnTo>
                <a:lnTo>
                  <a:pt x="299093" y="114181"/>
                </a:lnTo>
                <a:lnTo>
                  <a:pt x="303196" y="115625"/>
                </a:lnTo>
                <a:lnTo>
                  <a:pt x="294116" y="124102"/>
                </a:lnTo>
                <a:lnTo>
                  <a:pt x="333307" y="124102"/>
                </a:lnTo>
                <a:lnTo>
                  <a:pt x="333307" y="127330"/>
                </a:lnTo>
                <a:lnTo>
                  <a:pt x="245845" y="127330"/>
                </a:lnTo>
                <a:lnTo>
                  <a:pt x="240128" y="127486"/>
                </a:lnTo>
                <a:close/>
              </a:path>
              <a:path w="673735" h="344169">
                <a:moveTo>
                  <a:pt x="30540" y="344079"/>
                </a:moveTo>
                <a:lnTo>
                  <a:pt x="23836" y="336334"/>
                </a:lnTo>
                <a:lnTo>
                  <a:pt x="16734" y="329601"/>
                </a:lnTo>
                <a:lnTo>
                  <a:pt x="8900" y="323617"/>
                </a:lnTo>
                <a:lnTo>
                  <a:pt x="0" y="318119"/>
                </a:lnTo>
                <a:lnTo>
                  <a:pt x="19252" y="289462"/>
                </a:lnTo>
                <a:lnTo>
                  <a:pt x="30010" y="260145"/>
                </a:lnTo>
                <a:lnTo>
                  <a:pt x="34692" y="231355"/>
                </a:lnTo>
                <a:lnTo>
                  <a:pt x="35703" y="204615"/>
                </a:lnTo>
                <a:lnTo>
                  <a:pt x="35716" y="124102"/>
                </a:lnTo>
                <a:lnTo>
                  <a:pt x="75271" y="127893"/>
                </a:lnTo>
                <a:lnTo>
                  <a:pt x="78150" y="129319"/>
                </a:lnTo>
                <a:lnTo>
                  <a:pt x="129016" y="129319"/>
                </a:lnTo>
                <a:lnTo>
                  <a:pt x="123604" y="130152"/>
                </a:lnTo>
                <a:lnTo>
                  <a:pt x="99934" y="131316"/>
                </a:lnTo>
                <a:lnTo>
                  <a:pt x="333307" y="131316"/>
                </a:lnTo>
                <a:lnTo>
                  <a:pt x="333307" y="149979"/>
                </a:lnTo>
                <a:lnTo>
                  <a:pt x="110029" y="149979"/>
                </a:lnTo>
                <a:lnTo>
                  <a:pt x="105819" y="160074"/>
                </a:lnTo>
                <a:lnTo>
                  <a:pt x="75163" y="160074"/>
                </a:lnTo>
                <a:lnTo>
                  <a:pt x="75163" y="204615"/>
                </a:lnTo>
                <a:lnTo>
                  <a:pt x="74719" y="213693"/>
                </a:lnTo>
                <a:lnTo>
                  <a:pt x="58283" y="231160"/>
                </a:lnTo>
                <a:lnTo>
                  <a:pt x="64543" y="238335"/>
                </a:lnTo>
                <a:lnTo>
                  <a:pt x="70072" y="246295"/>
                </a:lnTo>
                <a:lnTo>
                  <a:pt x="71514" y="248716"/>
                </a:lnTo>
                <a:lnTo>
                  <a:pt x="67264" y="272722"/>
                </a:lnTo>
                <a:lnTo>
                  <a:pt x="53726" y="309295"/>
                </a:lnTo>
                <a:lnTo>
                  <a:pt x="30540" y="344079"/>
                </a:lnTo>
                <a:close/>
              </a:path>
              <a:path w="673735" h="344169">
                <a:moveTo>
                  <a:pt x="240965" y="127685"/>
                </a:moveTo>
                <a:lnTo>
                  <a:pt x="240128" y="127486"/>
                </a:lnTo>
                <a:lnTo>
                  <a:pt x="245845" y="127330"/>
                </a:lnTo>
                <a:lnTo>
                  <a:pt x="240965" y="127685"/>
                </a:lnTo>
                <a:close/>
              </a:path>
              <a:path w="673735" h="344169">
                <a:moveTo>
                  <a:pt x="333307" y="127685"/>
                </a:moveTo>
                <a:lnTo>
                  <a:pt x="240965" y="127685"/>
                </a:lnTo>
                <a:lnTo>
                  <a:pt x="245845" y="127330"/>
                </a:lnTo>
                <a:lnTo>
                  <a:pt x="333307" y="127330"/>
                </a:lnTo>
                <a:lnTo>
                  <a:pt x="333307" y="127685"/>
                </a:lnTo>
                <a:close/>
              </a:path>
              <a:path w="673735" h="344169">
                <a:moveTo>
                  <a:pt x="333307" y="131316"/>
                </a:moveTo>
                <a:lnTo>
                  <a:pt x="99934" y="131316"/>
                </a:lnTo>
                <a:lnTo>
                  <a:pt x="240128" y="127486"/>
                </a:lnTo>
                <a:lnTo>
                  <a:pt x="240965" y="127685"/>
                </a:lnTo>
                <a:lnTo>
                  <a:pt x="333307" y="127685"/>
                </a:lnTo>
                <a:lnTo>
                  <a:pt x="333307" y="131316"/>
                </a:lnTo>
                <a:close/>
              </a:path>
              <a:path w="673735" h="344169">
                <a:moveTo>
                  <a:pt x="78150" y="129319"/>
                </a:moveTo>
                <a:lnTo>
                  <a:pt x="75271" y="127893"/>
                </a:lnTo>
                <a:lnTo>
                  <a:pt x="80933" y="128436"/>
                </a:lnTo>
                <a:lnTo>
                  <a:pt x="78150" y="129319"/>
                </a:lnTo>
                <a:close/>
              </a:path>
              <a:path w="673735" h="344169">
                <a:moveTo>
                  <a:pt x="80339" y="264161"/>
                </a:moveTo>
                <a:lnTo>
                  <a:pt x="75221" y="254938"/>
                </a:lnTo>
                <a:lnTo>
                  <a:pt x="71514" y="248716"/>
                </a:lnTo>
                <a:lnTo>
                  <a:pt x="73595" y="236961"/>
                </a:lnTo>
                <a:lnTo>
                  <a:pt x="74723" y="213687"/>
                </a:lnTo>
                <a:lnTo>
                  <a:pt x="88545" y="194674"/>
                </a:lnTo>
                <a:lnTo>
                  <a:pt x="100177" y="173603"/>
                </a:lnTo>
                <a:lnTo>
                  <a:pt x="110029" y="149979"/>
                </a:lnTo>
                <a:lnTo>
                  <a:pt x="146340" y="160248"/>
                </a:lnTo>
                <a:lnTo>
                  <a:pt x="142331" y="170370"/>
                </a:lnTo>
                <a:lnTo>
                  <a:pt x="139284" y="177550"/>
                </a:lnTo>
                <a:lnTo>
                  <a:pt x="137114" y="181742"/>
                </a:lnTo>
                <a:lnTo>
                  <a:pt x="135733" y="182898"/>
                </a:lnTo>
                <a:lnTo>
                  <a:pt x="313876" y="182898"/>
                </a:lnTo>
                <a:lnTo>
                  <a:pt x="313876" y="216996"/>
                </a:lnTo>
                <a:lnTo>
                  <a:pt x="119365" y="216996"/>
                </a:lnTo>
                <a:lnTo>
                  <a:pt x="112610" y="227539"/>
                </a:lnTo>
                <a:lnTo>
                  <a:pt x="108084" y="233537"/>
                </a:lnTo>
                <a:lnTo>
                  <a:pt x="99678" y="233537"/>
                </a:lnTo>
                <a:lnTo>
                  <a:pt x="99678" y="243891"/>
                </a:lnTo>
                <a:lnTo>
                  <a:pt x="93343" y="251138"/>
                </a:lnTo>
                <a:lnTo>
                  <a:pt x="80339" y="264161"/>
                </a:lnTo>
                <a:close/>
              </a:path>
              <a:path w="673735" h="344169">
                <a:moveTo>
                  <a:pt x="180612" y="160074"/>
                </a:moveTo>
                <a:lnTo>
                  <a:pt x="145726" y="160074"/>
                </a:lnTo>
                <a:lnTo>
                  <a:pt x="110029" y="149979"/>
                </a:lnTo>
                <a:lnTo>
                  <a:pt x="333307" y="149979"/>
                </a:lnTo>
                <a:lnTo>
                  <a:pt x="333307" y="151845"/>
                </a:lnTo>
                <a:lnTo>
                  <a:pt x="180612" y="151845"/>
                </a:lnTo>
                <a:lnTo>
                  <a:pt x="180612" y="160074"/>
                </a:lnTo>
                <a:close/>
              </a:path>
              <a:path w="673735" h="344169">
                <a:moveTo>
                  <a:pt x="313876" y="182898"/>
                </a:moveTo>
                <a:lnTo>
                  <a:pt x="135733" y="182898"/>
                </a:lnTo>
                <a:lnTo>
                  <a:pt x="180612" y="181371"/>
                </a:lnTo>
                <a:lnTo>
                  <a:pt x="180612" y="151845"/>
                </a:lnTo>
                <a:lnTo>
                  <a:pt x="220397" y="151845"/>
                </a:lnTo>
                <a:lnTo>
                  <a:pt x="220397" y="181371"/>
                </a:lnTo>
                <a:lnTo>
                  <a:pt x="313876" y="181371"/>
                </a:lnTo>
                <a:lnTo>
                  <a:pt x="313876" y="182898"/>
                </a:lnTo>
                <a:close/>
              </a:path>
              <a:path w="673735" h="344169">
                <a:moveTo>
                  <a:pt x="333307" y="160074"/>
                </a:moveTo>
                <a:lnTo>
                  <a:pt x="220397" y="160074"/>
                </a:lnTo>
                <a:lnTo>
                  <a:pt x="220397" y="151845"/>
                </a:lnTo>
                <a:lnTo>
                  <a:pt x="333307" y="151845"/>
                </a:lnTo>
                <a:lnTo>
                  <a:pt x="333307" y="160074"/>
                </a:lnTo>
                <a:close/>
              </a:path>
              <a:path w="673735" h="344169">
                <a:moveTo>
                  <a:pt x="71514" y="248716"/>
                </a:moveTo>
                <a:lnTo>
                  <a:pt x="70072" y="246295"/>
                </a:lnTo>
                <a:lnTo>
                  <a:pt x="64543" y="238335"/>
                </a:lnTo>
                <a:lnTo>
                  <a:pt x="58283" y="231160"/>
                </a:lnTo>
                <a:lnTo>
                  <a:pt x="74723" y="213687"/>
                </a:lnTo>
                <a:lnTo>
                  <a:pt x="73595" y="236961"/>
                </a:lnTo>
                <a:lnTo>
                  <a:pt x="71514" y="248716"/>
                </a:lnTo>
                <a:close/>
              </a:path>
              <a:path w="673735" h="344169">
                <a:moveTo>
                  <a:pt x="220397" y="233537"/>
                </a:moveTo>
                <a:lnTo>
                  <a:pt x="180612" y="233537"/>
                </a:lnTo>
                <a:lnTo>
                  <a:pt x="180612" y="216996"/>
                </a:lnTo>
                <a:lnTo>
                  <a:pt x="220397" y="216996"/>
                </a:lnTo>
                <a:lnTo>
                  <a:pt x="220397" y="233537"/>
                </a:lnTo>
                <a:close/>
              </a:path>
              <a:path w="673735" h="344169">
                <a:moveTo>
                  <a:pt x="99678" y="243891"/>
                </a:moveTo>
                <a:lnTo>
                  <a:pt x="99678" y="233537"/>
                </a:lnTo>
                <a:lnTo>
                  <a:pt x="108084" y="233537"/>
                </a:lnTo>
                <a:lnTo>
                  <a:pt x="104018" y="238925"/>
                </a:lnTo>
                <a:lnTo>
                  <a:pt x="99678" y="243891"/>
                </a:lnTo>
                <a:close/>
              </a:path>
              <a:path w="673735" h="344169">
                <a:moveTo>
                  <a:pt x="306241" y="268833"/>
                </a:moveTo>
                <a:lnTo>
                  <a:pt x="99678" y="268833"/>
                </a:lnTo>
                <a:lnTo>
                  <a:pt x="99678" y="243891"/>
                </a:lnTo>
                <a:lnTo>
                  <a:pt x="104018" y="238925"/>
                </a:lnTo>
                <a:lnTo>
                  <a:pt x="108084" y="233537"/>
                </a:lnTo>
                <a:lnTo>
                  <a:pt x="306241" y="233537"/>
                </a:lnTo>
                <a:lnTo>
                  <a:pt x="306241" y="268833"/>
                </a:lnTo>
                <a:close/>
              </a:path>
              <a:path w="673735" h="344169">
                <a:moveTo>
                  <a:pt x="220397" y="289105"/>
                </a:moveTo>
                <a:lnTo>
                  <a:pt x="180612" y="289105"/>
                </a:lnTo>
                <a:lnTo>
                  <a:pt x="180612" y="268833"/>
                </a:lnTo>
                <a:lnTo>
                  <a:pt x="220397" y="268833"/>
                </a:lnTo>
                <a:lnTo>
                  <a:pt x="220397" y="289105"/>
                </a:lnTo>
                <a:close/>
              </a:path>
              <a:path w="673735" h="344169">
                <a:moveTo>
                  <a:pt x="338904" y="325416"/>
                </a:moveTo>
                <a:lnTo>
                  <a:pt x="67016" y="325416"/>
                </a:lnTo>
                <a:lnTo>
                  <a:pt x="67016" y="289105"/>
                </a:lnTo>
                <a:lnTo>
                  <a:pt x="338904" y="289105"/>
                </a:lnTo>
                <a:lnTo>
                  <a:pt x="338904" y="325416"/>
                </a:lnTo>
                <a:close/>
              </a:path>
              <a:path w="673735" h="344169">
                <a:moveTo>
                  <a:pt x="623090" y="149303"/>
                </a:moveTo>
                <a:lnTo>
                  <a:pt x="419663" y="149303"/>
                </a:lnTo>
                <a:lnTo>
                  <a:pt x="419663" y="19851"/>
                </a:lnTo>
                <a:lnTo>
                  <a:pt x="623090" y="19851"/>
                </a:lnTo>
                <a:lnTo>
                  <a:pt x="623090" y="58951"/>
                </a:lnTo>
                <a:lnTo>
                  <a:pt x="459111" y="58951"/>
                </a:lnTo>
                <a:lnTo>
                  <a:pt x="459111" y="110194"/>
                </a:lnTo>
                <a:lnTo>
                  <a:pt x="623090" y="110194"/>
                </a:lnTo>
                <a:lnTo>
                  <a:pt x="623090" y="149303"/>
                </a:lnTo>
                <a:close/>
              </a:path>
              <a:path w="673735" h="344169">
                <a:moveTo>
                  <a:pt x="623090" y="110194"/>
                </a:moveTo>
                <a:lnTo>
                  <a:pt x="582628" y="110194"/>
                </a:lnTo>
                <a:lnTo>
                  <a:pt x="582628" y="58951"/>
                </a:lnTo>
                <a:lnTo>
                  <a:pt x="623090" y="58951"/>
                </a:lnTo>
                <a:lnTo>
                  <a:pt x="623090" y="110194"/>
                </a:lnTo>
                <a:close/>
              </a:path>
              <a:path w="673735" h="344169">
                <a:moveTo>
                  <a:pt x="408389" y="336864"/>
                </a:moveTo>
                <a:lnTo>
                  <a:pt x="369280" y="336864"/>
                </a:lnTo>
                <a:lnTo>
                  <a:pt x="369280" y="171358"/>
                </a:lnTo>
                <a:lnTo>
                  <a:pt x="506367" y="171358"/>
                </a:lnTo>
                <a:lnTo>
                  <a:pt x="506367" y="210805"/>
                </a:lnTo>
                <a:lnTo>
                  <a:pt x="408389" y="210805"/>
                </a:lnTo>
                <a:lnTo>
                  <a:pt x="408389" y="278672"/>
                </a:lnTo>
                <a:lnTo>
                  <a:pt x="506367" y="278672"/>
                </a:lnTo>
                <a:lnTo>
                  <a:pt x="506367" y="318119"/>
                </a:lnTo>
                <a:lnTo>
                  <a:pt x="408389" y="318119"/>
                </a:lnTo>
                <a:lnTo>
                  <a:pt x="408389" y="336864"/>
                </a:lnTo>
                <a:close/>
              </a:path>
              <a:path w="673735" h="344169">
                <a:moveTo>
                  <a:pt x="506367" y="278672"/>
                </a:moveTo>
                <a:lnTo>
                  <a:pt x="466581" y="278672"/>
                </a:lnTo>
                <a:lnTo>
                  <a:pt x="466581" y="210805"/>
                </a:lnTo>
                <a:lnTo>
                  <a:pt x="506367" y="210805"/>
                </a:lnTo>
                <a:lnTo>
                  <a:pt x="506367" y="278672"/>
                </a:lnTo>
                <a:close/>
              </a:path>
              <a:path w="673735" h="344169">
                <a:moveTo>
                  <a:pt x="506367" y="333810"/>
                </a:moveTo>
                <a:lnTo>
                  <a:pt x="466581" y="333810"/>
                </a:lnTo>
                <a:lnTo>
                  <a:pt x="466581" y="318119"/>
                </a:lnTo>
                <a:lnTo>
                  <a:pt x="506367" y="318119"/>
                </a:lnTo>
                <a:lnTo>
                  <a:pt x="506367" y="333810"/>
                </a:lnTo>
                <a:close/>
              </a:path>
              <a:path w="673735" h="344169">
                <a:moveTo>
                  <a:pt x="569314" y="336864"/>
                </a:moveTo>
                <a:lnTo>
                  <a:pt x="529867" y="336864"/>
                </a:lnTo>
                <a:lnTo>
                  <a:pt x="529867" y="171358"/>
                </a:lnTo>
                <a:lnTo>
                  <a:pt x="673483" y="171358"/>
                </a:lnTo>
                <a:lnTo>
                  <a:pt x="673483" y="210805"/>
                </a:lnTo>
                <a:lnTo>
                  <a:pt x="569314" y="210805"/>
                </a:lnTo>
                <a:lnTo>
                  <a:pt x="569314" y="278672"/>
                </a:lnTo>
                <a:lnTo>
                  <a:pt x="673483" y="278672"/>
                </a:lnTo>
                <a:lnTo>
                  <a:pt x="673483" y="318119"/>
                </a:lnTo>
                <a:lnTo>
                  <a:pt x="569314" y="318119"/>
                </a:lnTo>
                <a:lnTo>
                  <a:pt x="569314" y="336864"/>
                </a:lnTo>
                <a:close/>
              </a:path>
              <a:path w="673735" h="344169">
                <a:moveTo>
                  <a:pt x="673483" y="278672"/>
                </a:moveTo>
                <a:lnTo>
                  <a:pt x="633697" y="278672"/>
                </a:lnTo>
                <a:lnTo>
                  <a:pt x="633697" y="210805"/>
                </a:lnTo>
                <a:lnTo>
                  <a:pt x="673483" y="210805"/>
                </a:lnTo>
                <a:lnTo>
                  <a:pt x="673483" y="278672"/>
                </a:lnTo>
                <a:close/>
              </a:path>
              <a:path w="673735" h="344169">
                <a:moveTo>
                  <a:pt x="673483" y="334487"/>
                </a:moveTo>
                <a:lnTo>
                  <a:pt x="633697" y="334487"/>
                </a:lnTo>
                <a:lnTo>
                  <a:pt x="633697" y="318119"/>
                </a:lnTo>
                <a:lnTo>
                  <a:pt x="673483" y="318119"/>
                </a:lnTo>
                <a:lnTo>
                  <a:pt x="673483" y="334487"/>
                </a:lnTo>
                <a:close/>
              </a:path>
            </a:pathLst>
          </a:custGeom>
          <a:solidFill>
            <a:srgbClr val="242424"/>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100" b="0" i="0">
                <a:solidFill>
                  <a:schemeClr val="tx1"/>
                </a:solidFill>
                <a:latin typeface="SimSun"/>
                <a:cs typeface="SimSun"/>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586941" y="2852927"/>
            <a:ext cx="6185458" cy="7205471"/>
          </a:xfrm>
          <a:prstGeom prst="rect">
            <a:avLst/>
          </a:prstGeom>
        </p:spPr>
      </p:pic>
      <p:pic>
        <p:nvPicPr>
          <p:cNvPr id="17" name="bg object 17"/>
          <p:cNvPicPr/>
          <p:nvPr/>
        </p:nvPicPr>
        <p:blipFill>
          <a:blip r:embed="rId3" cstate="print"/>
          <a:stretch>
            <a:fillRect/>
          </a:stretch>
        </p:blipFill>
        <p:spPr>
          <a:xfrm>
            <a:off x="155447" y="8513887"/>
            <a:ext cx="1431493" cy="1431492"/>
          </a:xfrm>
          <a:prstGeom prst="rect">
            <a:avLst/>
          </a:prstGeom>
        </p:spPr>
      </p:pic>
      <p:sp>
        <p:nvSpPr>
          <p:cNvPr id="2" name="Holder 2"/>
          <p:cNvSpPr>
            <a:spLocks noGrp="1"/>
          </p:cNvSpPr>
          <p:nvPr>
            <p:ph type="title"/>
          </p:nvPr>
        </p:nvSpPr>
        <p:spPr/>
        <p:txBody>
          <a:bodyPr lIns="0" tIns="0" rIns="0" bIns="0"/>
          <a:lstStyle>
            <a:lvl1pPr>
              <a:defRPr sz="3100" b="0" i="0">
                <a:solidFill>
                  <a:schemeClr val="tx1"/>
                </a:solidFill>
                <a:latin typeface="SimSun"/>
                <a:cs typeface="SimSu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38327" y="0"/>
            <a:ext cx="7434071" cy="5797295"/>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27380" y="509056"/>
            <a:ext cx="1415414" cy="496569"/>
          </a:xfrm>
          <a:prstGeom prst="rect">
            <a:avLst/>
          </a:prstGeom>
        </p:spPr>
        <p:txBody>
          <a:bodyPr wrap="square" lIns="0" tIns="0" rIns="0" bIns="0">
            <a:spAutoFit/>
          </a:bodyPr>
          <a:lstStyle>
            <a:lvl1pPr>
              <a:defRPr sz="3100" b="0" i="0">
                <a:solidFill>
                  <a:schemeClr val="tx1"/>
                </a:solidFill>
                <a:latin typeface="SimSun"/>
                <a:cs typeface="SimSun"/>
              </a:defRPr>
            </a:lvl1pPr>
          </a:lstStyle>
          <a:p>
            <a:endParaRPr/>
          </a:p>
        </p:txBody>
      </p:sp>
      <p:sp>
        <p:nvSpPr>
          <p:cNvPr id="3" name="Holder 3"/>
          <p:cNvSpPr>
            <a:spLocks noGrp="1"/>
          </p:cNvSpPr>
          <p:nvPr>
            <p:ph type="body" idx="1"/>
          </p:nvPr>
        </p:nvSpPr>
        <p:spPr>
          <a:xfrm>
            <a:off x="391668" y="1874520"/>
            <a:ext cx="6349365" cy="31705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8/8/2024</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object 81">
            <a:extLst>
              <a:ext uri="{FF2B5EF4-FFF2-40B4-BE49-F238E27FC236}">
                <a16:creationId xmlns:a16="http://schemas.microsoft.com/office/drawing/2014/main" id="{CA73C3A8-6243-3036-948E-974CBACA81E8}"/>
              </a:ext>
            </a:extLst>
          </p:cNvPr>
          <p:cNvPicPr>
            <a:picLocks/>
          </p:cNvPicPr>
          <p:nvPr/>
        </p:nvPicPr>
        <p:blipFill>
          <a:blip r:embed="rId3" cstate="print"/>
          <a:stretch>
            <a:fillRect/>
          </a:stretch>
        </p:blipFill>
        <p:spPr>
          <a:xfrm rot="10800000">
            <a:off x="0" y="11117"/>
            <a:ext cx="7762710" cy="10058400"/>
          </a:xfrm>
          <a:prstGeom prst="rect">
            <a:avLst/>
          </a:prstGeom>
        </p:spPr>
      </p:pic>
      <p:sp>
        <p:nvSpPr>
          <p:cNvPr id="4" name="object 6">
            <a:extLst>
              <a:ext uri="{FF2B5EF4-FFF2-40B4-BE49-F238E27FC236}">
                <a16:creationId xmlns:a16="http://schemas.microsoft.com/office/drawing/2014/main" id="{F84F4375-F85A-961F-88C9-AE51BA193D8F}"/>
              </a:ext>
            </a:extLst>
          </p:cNvPr>
          <p:cNvSpPr>
            <a:spLocks/>
          </p:cNvSpPr>
          <p:nvPr/>
        </p:nvSpPr>
        <p:spPr>
          <a:xfrm>
            <a:off x="6848475" y="7949"/>
            <a:ext cx="933615" cy="6391348"/>
          </a:xfrm>
          <a:custGeom>
            <a:avLst/>
            <a:gdLst/>
            <a:ahLst/>
            <a:cxnLst/>
            <a:rect l="l" t="t" r="r" b="b"/>
            <a:pathLst>
              <a:path w="923925" h="6401435">
                <a:moveTo>
                  <a:pt x="923546" y="6400814"/>
                </a:moveTo>
                <a:lnTo>
                  <a:pt x="0" y="6400814"/>
                </a:lnTo>
                <a:lnTo>
                  <a:pt x="0" y="0"/>
                </a:lnTo>
                <a:lnTo>
                  <a:pt x="923546" y="0"/>
                </a:lnTo>
                <a:lnTo>
                  <a:pt x="923546" y="6400814"/>
                </a:lnTo>
                <a:close/>
              </a:path>
            </a:pathLst>
          </a:custGeom>
          <a:solidFill>
            <a:srgbClr val="FF5656"/>
          </a:solidFill>
        </p:spPr>
        <p:txBody>
          <a:bodyPr wrap="square" lIns="0" tIns="0" rIns="0" bIns="0" rtlCol="0"/>
          <a:lstStyle/>
          <a:p>
            <a:endParaRPr/>
          </a:p>
        </p:txBody>
      </p:sp>
      <p:sp>
        <p:nvSpPr>
          <p:cNvPr id="10" name="文字方塊 9">
            <a:extLst>
              <a:ext uri="{FF2B5EF4-FFF2-40B4-BE49-F238E27FC236}">
                <a16:creationId xmlns:a16="http://schemas.microsoft.com/office/drawing/2014/main" id="{7063EC52-D779-5589-4F3A-572F4413B771}"/>
              </a:ext>
            </a:extLst>
          </p:cNvPr>
          <p:cNvSpPr txBox="1"/>
          <p:nvPr/>
        </p:nvSpPr>
        <p:spPr>
          <a:xfrm>
            <a:off x="526774" y="1998827"/>
            <a:ext cx="2970144" cy="5909310"/>
          </a:xfrm>
          <a:prstGeom prst="rect">
            <a:avLst/>
          </a:prstGeom>
          <a:noFill/>
        </p:spPr>
        <p:txBody>
          <a:bodyPr wrap="square">
            <a:spAutoFit/>
          </a:bodyPr>
          <a:lstStyle/>
          <a:p>
            <a:pPr>
              <a:buFont typeface="+mj-lt"/>
              <a:buAutoNum type="arabicPeriod"/>
            </a:pPr>
            <a:r>
              <a:rPr lang="en-US" altLang="zh-TW" b="1" dirty="0">
                <a:latin typeface="+mn-lt"/>
              </a:rPr>
              <a:t>50-Ton Injection Molding Machine</a:t>
            </a:r>
            <a:endParaRPr lang="en-US" altLang="zh-TW" dirty="0">
              <a:latin typeface="+mn-lt"/>
            </a:endParaRPr>
          </a:p>
          <a:p>
            <a:pPr marL="742950" lvl="1" indent="-285750">
              <a:buFont typeface="+mj-lt"/>
              <a:buAutoNum type="arabicPeriod"/>
            </a:pPr>
            <a:r>
              <a:rPr lang="en-US" altLang="zh-TW" dirty="0">
                <a:latin typeface="+mn-lt"/>
              </a:rPr>
              <a:t>Quantity: 2 units</a:t>
            </a:r>
          </a:p>
          <a:p>
            <a:pPr marL="742950" lvl="1" indent="-285750">
              <a:buFont typeface="+mj-lt"/>
              <a:buAutoNum type="arabicPeriod"/>
            </a:pPr>
            <a:r>
              <a:rPr lang="en-US" altLang="zh-TW" dirty="0">
                <a:latin typeface="+mn-lt"/>
              </a:rPr>
              <a:t>Manufacturer: Made in Japan</a:t>
            </a:r>
          </a:p>
          <a:p>
            <a:pPr>
              <a:buFont typeface="+mj-lt"/>
              <a:buAutoNum type="arabicPeriod"/>
            </a:pPr>
            <a:r>
              <a:rPr lang="en-US" altLang="zh-TW" b="1" dirty="0">
                <a:latin typeface="+mn-lt"/>
              </a:rPr>
              <a:t>100-Ton Injection Molding Machine</a:t>
            </a:r>
            <a:endParaRPr lang="en-US" altLang="zh-TW" dirty="0">
              <a:latin typeface="+mn-lt"/>
            </a:endParaRPr>
          </a:p>
          <a:p>
            <a:pPr marL="742950" lvl="1" indent="-285750">
              <a:buFont typeface="+mj-lt"/>
              <a:buAutoNum type="arabicPeriod"/>
            </a:pPr>
            <a:r>
              <a:rPr lang="en-US" altLang="zh-TW" dirty="0">
                <a:latin typeface="+mn-lt"/>
              </a:rPr>
              <a:t>Quantity: 8 units</a:t>
            </a:r>
          </a:p>
          <a:p>
            <a:pPr marL="742950" lvl="1" indent="-285750">
              <a:buFont typeface="+mj-lt"/>
              <a:buAutoNum type="arabicPeriod"/>
            </a:pPr>
            <a:r>
              <a:rPr lang="en-US" altLang="zh-TW" dirty="0">
                <a:latin typeface="+mn-lt"/>
              </a:rPr>
              <a:t>Manufacturer: Made in Japan</a:t>
            </a:r>
            <a:endParaRPr lang="en-US" altLang="zh-TW" b="1" dirty="0">
              <a:latin typeface="+mn-lt"/>
            </a:endParaRPr>
          </a:p>
          <a:p>
            <a:pPr>
              <a:buFont typeface="+mj-lt"/>
              <a:buAutoNum type="arabicPeriod"/>
            </a:pPr>
            <a:r>
              <a:rPr lang="en-US" altLang="zh-TW" b="1" dirty="0">
                <a:latin typeface="+mn-lt"/>
              </a:rPr>
              <a:t>Vacuum Sintering Furnace</a:t>
            </a:r>
            <a:endParaRPr lang="en-US" altLang="zh-TW" dirty="0">
              <a:latin typeface="+mn-lt"/>
            </a:endParaRPr>
          </a:p>
          <a:p>
            <a:pPr marL="742950" lvl="1" indent="-285750">
              <a:buFont typeface="+mj-lt"/>
              <a:buAutoNum type="arabicPeriod"/>
            </a:pPr>
            <a:r>
              <a:rPr lang="en-US" altLang="zh-TW" dirty="0">
                <a:latin typeface="+mn-lt"/>
              </a:rPr>
              <a:t>Quantity: 7 units</a:t>
            </a:r>
          </a:p>
          <a:p>
            <a:pPr marL="742950" lvl="1" indent="-285750">
              <a:buFont typeface="+mj-lt"/>
              <a:buAutoNum type="arabicPeriod"/>
            </a:pPr>
            <a:r>
              <a:rPr lang="en-US" altLang="zh-TW" dirty="0">
                <a:latin typeface="+mn-lt"/>
              </a:rPr>
              <a:t>Manufacturer: Made in Japan</a:t>
            </a:r>
            <a:endParaRPr lang="en-US" altLang="zh-TW" b="1" dirty="0">
              <a:latin typeface="+mn-lt"/>
            </a:endParaRPr>
          </a:p>
          <a:p>
            <a:pPr>
              <a:buFont typeface="+mj-lt"/>
              <a:buAutoNum type="arabicPeriod"/>
            </a:pPr>
            <a:r>
              <a:rPr lang="en-US" altLang="zh-TW" b="1" dirty="0">
                <a:latin typeface="+mn-lt"/>
              </a:rPr>
              <a:t>Degreasing Furnace</a:t>
            </a:r>
          </a:p>
          <a:p>
            <a:pPr marL="742950" lvl="1" indent="-285750">
              <a:buFont typeface="+mj-lt"/>
              <a:buAutoNum type="arabicPeriod"/>
            </a:pPr>
            <a:r>
              <a:rPr lang="en-US" altLang="zh-TW" dirty="0">
                <a:latin typeface="+mn-lt"/>
              </a:rPr>
              <a:t>Quantity: 2 units</a:t>
            </a:r>
          </a:p>
          <a:p>
            <a:pPr marL="742950" lvl="1" indent="-285750">
              <a:buFont typeface="+mj-lt"/>
              <a:buAutoNum type="arabicPeriod"/>
            </a:pPr>
            <a:r>
              <a:rPr lang="en-US" altLang="zh-TW" dirty="0">
                <a:latin typeface="+mn-lt"/>
              </a:rPr>
              <a:t>Manufacturer: Made in USA</a:t>
            </a:r>
          </a:p>
          <a:p>
            <a:pPr>
              <a:buFont typeface="+mj-lt"/>
              <a:buAutoNum type="arabicPeriod"/>
            </a:pPr>
            <a:r>
              <a:rPr lang="en-US" altLang="zh-TW" b="1" i="0" dirty="0">
                <a:solidFill>
                  <a:srgbClr val="202124"/>
                </a:solidFill>
                <a:effectLst/>
                <a:latin typeface="+mn-lt"/>
              </a:rPr>
              <a:t>Chemical </a:t>
            </a:r>
            <a:r>
              <a:rPr lang="en-US" altLang="zh-TW" b="1" dirty="0" err="1">
                <a:latin typeface="+mn-lt"/>
              </a:rPr>
              <a:t>Debinding</a:t>
            </a:r>
            <a:r>
              <a:rPr lang="en-US" altLang="zh-TW" b="1" i="0" dirty="0">
                <a:solidFill>
                  <a:srgbClr val="202124"/>
                </a:solidFill>
                <a:effectLst/>
                <a:latin typeface="+mn-lt"/>
              </a:rPr>
              <a:t> system </a:t>
            </a:r>
            <a:endParaRPr lang="en-US" altLang="zh-TW" dirty="0">
              <a:latin typeface="+mn-lt"/>
            </a:endParaRPr>
          </a:p>
          <a:p>
            <a:pPr>
              <a:buFont typeface="+mj-lt"/>
              <a:buAutoNum type="arabicPeriod"/>
            </a:pPr>
            <a:r>
              <a:rPr lang="en-US" altLang="zh-TW" b="1" dirty="0">
                <a:latin typeface="+mn-lt"/>
              </a:rPr>
              <a:t>Other Equipment</a:t>
            </a:r>
            <a:endParaRPr lang="en-US" altLang="zh-TW" dirty="0">
              <a:latin typeface="+mn-lt"/>
            </a:endParaRPr>
          </a:p>
          <a:p>
            <a:pPr marL="742950" lvl="1" indent="-285750">
              <a:buFont typeface="+mj-lt"/>
              <a:buAutoNum type="arabicPeriod"/>
            </a:pPr>
            <a:r>
              <a:rPr lang="en-US" altLang="zh-TW" dirty="0">
                <a:latin typeface="+mn-lt"/>
              </a:rPr>
              <a:t>Mixers </a:t>
            </a:r>
            <a:r>
              <a:rPr lang="en-US" altLang="zh-TW" dirty="0" err="1">
                <a:latin typeface="+mn-lt"/>
              </a:rPr>
              <a:t>Machines,etc</a:t>
            </a:r>
            <a:endParaRPr lang="en-US" altLang="zh-TW" dirty="0">
              <a:latin typeface="+mn-lt"/>
            </a:endParaRPr>
          </a:p>
        </p:txBody>
      </p:sp>
      <p:sp>
        <p:nvSpPr>
          <p:cNvPr id="16" name="文字方塊 15">
            <a:extLst>
              <a:ext uri="{FF2B5EF4-FFF2-40B4-BE49-F238E27FC236}">
                <a16:creationId xmlns:a16="http://schemas.microsoft.com/office/drawing/2014/main" id="{7BCA47D1-CB3A-E38F-C417-FE014F891281}"/>
              </a:ext>
            </a:extLst>
          </p:cNvPr>
          <p:cNvSpPr txBox="1"/>
          <p:nvPr/>
        </p:nvSpPr>
        <p:spPr>
          <a:xfrm>
            <a:off x="3642442" y="928385"/>
            <a:ext cx="2857623" cy="830997"/>
          </a:xfrm>
          <a:prstGeom prst="rect">
            <a:avLst/>
          </a:prstGeom>
          <a:noFill/>
        </p:spPr>
        <p:txBody>
          <a:bodyPr wrap="square">
            <a:spAutoFit/>
          </a:bodyPr>
          <a:lstStyle/>
          <a:p>
            <a:pPr algn="ctr"/>
            <a:r>
              <a:rPr lang="en-US" altLang="zh-TW" sz="2400" b="1" dirty="0">
                <a:latin typeface="+mj-lt"/>
              </a:rPr>
              <a:t>Other Processing Machines</a:t>
            </a:r>
            <a:endParaRPr lang="en-US" altLang="zh-TW" sz="2400" dirty="0">
              <a:latin typeface="+mj-lt"/>
            </a:endParaRPr>
          </a:p>
        </p:txBody>
      </p:sp>
      <p:sp>
        <p:nvSpPr>
          <p:cNvPr id="21" name="文字方塊 20">
            <a:extLst>
              <a:ext uri="{FF2B5EF4-FFF2-40B4-BE49-F238E27FC236}">
                <a16:creationId xmlns:a16="http://schemas.microsoft.com/office/drawing/2014/main" id="{76AC4394-703D-789F-EE9A-15F3A54056EC}"/>
              </a:ext>
            </a:extLst>
          </p:cNvPr>
          <p:cNvSpPr txBox="1"/>
          <p:nvPr/>
        </p:nvSpPr>
        <p:spPr>
          <a:xfrm>
            <a:off x="3886200" y="1966821"/>
            <a:ext cx="2962273" cy="5324535"/>
          </a:xfrm>
          <a:prstGeom prst="rect">
            <a:avLst/>
          </a:prstGeom>
          <a:noFill/>
        </p:spPr>
        <p:txBody>
          <a:bodyPr wrap="square">
            <a:spAutoFit/>
          </a:bodyPr>
          <a:lstStyle/>
          <a:p>
            <a:pPr>
              <a:buFont typeface="+mj-lt"/>
              <a:buAutoNum type="arabicPeriod"/>
            </a:pPr>
            <a:r>
              <a:rPr lang="en-US" altLang="zh-TW" sz="2000" b="1" dirty="0">
                <a:latin typeface="+mn-lt"/>
              </a:rPr>
              <a:t>Lathes</a:t>
            </a:r>
            <a:endParaRPr lang="en-US" altLang="zh-TW" sz="2000" dirty="0">
              <a:latin typeface="+mn-lt"/>
            </a:endParaRPr>
          </a:p>
          <a:p>
            <a:pPr marL="742950" lvl="1" indent="-285750">
              <a:buFont typeface="+mj-lt"/>
              <a:buAutoNum type="arabicPeriod"/>
            </a:pPr>
            <a:r>
              <a:rPr lang="en-US" altLang="zh-TW" sz="2000" dirty="0">
                <a:latin typeface="+mn-lt"/>
              </a:rPr>
              <a:t>Quantity: &gt;3 units</a:t>
            </a:r>
          </a:p>
          <a:p>
            <a:pPr marL="742950" lvl="1" indent="-285750">
              <a:buFont typeface="+mj-lt"/>
              <a:buAutoNum type="arabicPeriod"/>
            </a:pPr>
            <a:r>
              <a:rPr lang="en-US" altLang="zh-TW" sz="2000" dirty="0">
                <a:latin typeface="+mn-lt"/>
              </a:rPr>
              <a:t>Purpose: Precision turning operations</a:t>
            </a:r>
          </a:p>
          <a:p>
            <a:pPr>
              <a:buFont typeface="+mj-lt"/>
              <a:buAutoNum type="arabicPeriod"/>
            </a:pPr>
            <a:r>
              <a:rPr lang="en-US" altLang="zh-TW" sz="2000" b="1" dirty="0">
                <a:latin typeface="+mn-lt"/>
              </a:rPr>
              <a:t>Milling Machines</a:t>
            </a:r>
            <a:endParaRPr lang="en-US" altLang="zh-TW" sz="2000" dirty="0">
              <a:latin typeface="+mn-lt"/>
            </a:endParaRPr>
          </a:p>
          <a:p>
            <a:pPr marL="742950" lvl="1" indent="-285750">
              <a:buFont typeface="+mj-lt"/>
              <a:buAutoNum type="arabicPeriod"/>
            </a:pPr>
            <a:r>
              <a:rPr lang="en-US" altLang="zh-TW" sz="2000" dirty="0">
                <a:latin typeface="+mn-lt"/>
              </a:rPr>
              <a:t>Quantity: &gt;5 units</a:t>
            </a:r>
          </a:p>
          <a:p>
            <a:pPr marL="742950" lvl="1" indent="-285750">
              <a:buFont typeface="+mj-lt"/>
              <a:buAutoNum type="arabicPeriod"/>
            </a:pPr>
            <a:r>
              <a:rPr lang="en-US" altLang="zh-TW" sz="2000" dirty="0">
                <a:latin typeface="+mn-lt"/>
              </a:rPr>
              <a:t>Purpose: Precision milling operations</a:t>
            </a:r>
          </a:p>
          <a:p>
            <a:pPr>
              <a:buFont typeface="+mj-lt"/>
              <a:buAutoNum type="arabicPeriod"/>
            </a:pPr>
            <a:r>
              <a:rPr lang="en-US" altLang="zh-TW" sz="2000" b="1" dirty="0">
                <a:latin typeface="+mn-lt"/>
              </a:rPr>
              <a:t>Grinding Machines</a:t>
            </a:r>
            <a:endParaRPr lang="en-US" altLang="zh-TW" sz="2000" dirty="0">
              <a:latin typeface="+mn-lt"/>
            </a:endParaRPr>
          </a:p>
          <a:p>
            <a:pPr marL="742950" lvl="1" indent="-285750">
              <a:buFont typeface="+mj-lt"/>
              <a:buAutoNum type="arabicPeriod"/>
            </a:pPr>
            <a:r>
              <a:rPr lang="en-US" altLang="zh-TW" sz="2000" dirty="0">
                <a:latin typeface="+mn-lt"/>
              </a:rPr>
              <a:t>Quantity: &gt;5 units</a:t>
            </a:r>
          </a:p>
          <a:p>
            <a:pPr marL="742950" lvl="1" indent="-285750">
              <a:buFont typeface="+mj-lt"/>
              <a:buAutoNum type="arabicPeriod"/>
            </a:pPr>
            <a:r>
              <a:rPr lang="en-US" altLang="zh-TW" sz="2000" dirty="0">
                <a:latin typeface="+mn-lt"/>
              </a:rPr>
              <a:t>Purpose: Surface finishing</a:t>
            </a:r>
          </a:p>
          <a:p>
            <a:pPr>
              <a:buFont typeface="+mj-lt"/>
              <a:buAutoNum type="arabicPeriod"/>
            </a:pPr>
            <a:r>
              <a:rPr lang="en-US" altLang="zh-TW" sz="2000" b="1" dirty="0">
                <a:latin typeface="+mn-lt"/>
              </a:rPr>
              <a:t>Other Small Equipment</a:t>
            </a:r>
            <a:endParaRPr lang="en-US" altLang="zh-TW" sz="2000" dirty="0">
              <a:latin typeface="+mn-lt"/>
            </a:endParaRPr>
          </a:p>
          <a:p>
            <a:pPr marL="742950" lvl="1" indent="-285750">
              <a:buFont typeface="+mj-lt"/>
              <a:buAutoNum type="arabicPeriod"/>
            </a:pPr>
            <a:r>
              <a:rPr lang="en-US" altLang="zh-TW" sz="2000" dirty="0">
                <a:latin typeface="+mn-lt"/>
              </a:rPr>
              <a:t>Quantity: &gt;50 units</a:t>
            </a:r>
          </a:p>
          <a:p>
            <a:pPr marL="742950" lvl="1" indent="-285750">
              <a:buFont typeface="+mj-lt"/>
              <a:buAutoNum type="arabicPeriod"/>
            </a:pPr>
            <a:r>
              <a:rPr lang="en-US" altLang="zh-TW" sz="2000" dirty="0">
                <a:latin typeface="+mn-lt"/>
              </a:rPr>
              <a:t>Purpose: Including drilling, cutting, polishing, etc.</a:t>
            </a:r>
          </a:p>
        </p:txBody>
      </p:sp>
      <p:sp>
        <p:nvSpPr>
          <p:cNvPr id="23" name="文字方塊 22">
            <a:extLst>
              <a:ext uri="{FF2B5EF4-FFF2-40B4-BE49-F238E27FC236}">
                <a16:creationId xmlns:a16="http://schemas.microsoft.com/office/drawing/2014/main" id="{6EF7519E-D3EB-092D-4055-039550E6C164}"/>
              </a:ext>
            </a:extLst>
          </p:cNvPr>
          <p:cNvSpPr txBox="1"/>
          <p:nvPr/>
        </p:nvSpPr>
        <p:spPr>
          <a:xfrm>
            <a:off x="558336" y="928385"/>
            <a:ext cx="3011344" cy="830997"/>
          </a:xfrm>
          <a:prstGeom prst="rect">
            <a:avLst/>
          </a:prstGeom>
          <a:noFill/>
        </p:spPr>
        <p:txBody>
          <a:bodyPr wrap="square">
            <a:spAutoFit/>
          </a:bodyPr>
          <a:lstStyle/>
          <a:p>
            <a:pPr algn="ctr"/>
            <a:r>
              <a:rPr lang="en-US" altLang="zh-TW" sz="2400" b="1" dirty="0">
                <a:latin typeface="+mj-lt"/>
              </a:rPr>
              <a:t>Injection Molding Machines</a:t>
            </a:r>
          </a:p>
        </p:txBody>
      </p:sp>
      <p:sp>
        <p:nvSpPr>
          <p:cNvPr id="29" name="標題 1">
            <a:extLst>
              <a:ext uri="{FF2B5EF4-FFF2-40B4-BE49-F238E27FC236}">
                <a16:creationId xmlns:a16="http://schemas.microsoft.com/office/drawing/2014/main" id="{BDD8BEA9-52ED-F2B1-92CE-CC46A0CD5DBA}"/>
              </a:ext>
            </a:extLst>
          </p:cNvPr>
          <p:cNvSpPr>
            <a:spLocks noGrp="1"/>
          </p:cNvSpPr>
          <p:nvPr>
            <p:ph type="title"/>
          </p:nvPr>
        </p:nvSpPr>
        <p:spPr>
          <a:xfrm>
            <a:off x="441849" y="278223"/>
            <a:ext cx="4818827" cy="553998"/>
          </a:xfrm>
        </p:spPr>
        <p:txBody>
          <a:bodyPr/>
          <a:lstStyle/>
          <a:p>
            <a:r>
              <a:rPr lang="en-US" altLang="zh-TW" sz="3600" b="1" dirty="0">
                <a:latin typeface="+mj-lt"/>
              </a:rPr>
              <a:t>Equipment List</a:t>
            </a:r>
          </a:p>
        </p:txBody>
      </p:sp>
      <p:sp>
        <p:nvSpPr>
          <p:cNvPr id="32" name="object 6">
            <a:extLst>
              <a:ext uri="{FF2B5EF4-FFF2-40B4-BE49-F238E27FC236}">
                <a16:creationId xmlns:a16="http://schemas.microsoft.com/office/drawing/2014/main" id="{FCE04D0D-F234-2212-D9E2-0E7C7B030AC3}"/>
              </a:ext>
            </a:extLst>
          </p:cNvPr>
          <p:cNvSpPr>
            <a:spLocks/>
          </p:cNvSpPr>
          <p:nvPr/>
        </p:nvSpPr>
        <p:spPr>
          <a:xfrm>
            <a:off x="6848475" y="7949"/>
            <a:ext cx="933615" cy="6381246"/>
          </a:xfrm>
          <a:custGeom>
            <a:avLst/>
            <a:gdLst/>
            <a:ahLst/>
            <a:cxnLst/>
            <a:rect l="l" t="t" r="r" b="b"/>
            <a:pathLst>
              <a:path w="923925" h="6401435">
                <a:moveTo>
                  <a:pt x="923546" y="6400814"/>
                </a:moveTo>
                <a:lnTo>
                  <a:pt x="0" y="6400814"/>
                </a:lnTo>
                <a:lnTo>
                  <a:pt x="0" y="0"/>
                </a:lnTo>
                <a:lnTo>
                  <a:pt x="923546" y="0"/>
                </a:lnTo>
                <a:lnTo>
                  <a:pt x="923546" y="6400814"/>
                </a:lnTo>
                <a:close/>
              </a:path>
            </a:pathLst>
          </a:custGeom>
          <a:solidFill>
            <a:srgbClr val="FF5656"/>
          </a:solidFill>
        </p:spPr>
        <p:txBody>
          <a:bodyPr wrap="square" lIns="0" tIns="0" rIns="0" bIns="0" rtlCol="0"/>
          <a:lstStyle/>
          <a:p>
            <a:endParaRPr/>
          </a:p>
        </p:txBody>
      </p:sp>
      <p:sp>
        <p:nvSpPr>
          <p:cNvPr id="33" name="文字方塊 32">
            <a:extLst>
              <a:ext uri="{FF2B5EF4-FFF2-40B4-BE49-F238E27FC236}">
                <a16:creationId xmlns:a16="http://schemas.microsoft.com/office/drawing/2014/main" id="{75A464D4-C389-0E19-0866-A888F8AA4EA2}"/>
              </a:ext>
            </a:extLst>
          </p:cNvPr>
          <p:cNvSpPr txBox="1"/>
          <p:nvPr/>
        </p:nvSpPr>
        <p:spPr>
          <a:xfrm>
            <a:off x="3697794" y="8011717"/>
            <a:ext cx="3904965" cy="1631216"/>
          </a:xfrm>
          <a:prstGeom prst="rect">
            <a:avLst/>
          </a:prstGeom>
          <a:noFill/>
          <a:effectLst>
            <a:glow rad="63500">
              <a:schemeClr val="accent1">
                <a:alpha val="40000"/>
              </a:schemeClr>
            </a:glow>
          </a:effectLst>
        </p:spPr>
        <p:txBody>
          <a:bodyPr wrap="square">
            <a:spAutoFit/>
          </a:bodyPr>
          <a:lstStyle/>
          <a:p>
            <a:pPr>
              <a:buFont typeface="+mj-lt"/>
              <a:buAutoNum type="arabicPeriod"/>
            </a:pPr>
            <a:r>
              <a:rPr lang="en-US" altLang="zh-TW" sz="2000" b="1" dirty="0">
                <a:effectLst>
                  <a:glow rad="101600">
                    <a:srgbClr val="FFFF00">
                      <a:alpha val="40000"/>
                    </a:srgbClr>
                  </a:glow>
                </a:effectLst>
                <a:latin typeface="+mn-lt"/>
              </a:rPr>
              <a:t>X-RAY 3D CT</a:t>
            </a:r>
          </a:p>
          <a:p>
            <a:pPr>
              <a:buFont typeface="+mj-lt"/>
              <a:buAutoNum type="arabicPeriod"/>
            </a:pPr>
            <a:r>
              <a:rPr lang="en-US" altLang="zh-TW" sz="2000" b="1" dirty="0">
                <a:effectLst>
                  <a:glow rad="101600">
                    <a:schemeClr val="accent3">
                      <a:satMod val="175000"/>
                      <a:alpha val="40000"/>
                    </a:schemeClr>
                  </a:glow>
                </a:effectLst>
                <a:latin typeface="+mn-lt"/>
              </a:rPr>
              <a:t>MT(Magnetic Particle Testing)</a:t>
            </a:r>
          </a:p>
          <a:p>
            <a:pPr>
              <a:buFont typeface="+mj-lt"/>
              <a:buAutoNum type="arabicPeriod"/>
            </a:pPr>
            <a:r>
              <a:rPr lang="en-US" altLang="zh-TW" sz="2000" b="1" dirty="0">
                <a:effectLst>
                  <a:glow rad="101600">
                    <a:schemeClr val="accent4">
                      <a:satMod val="175000"/>
                      <a:alpha val="40000"/>
                    </a:schemeClr>
                  </a:glow>
                </a:effectLst>
                <a:latin typeface="+mn-lt"/>
              </a:rPr>
              <a:t>PT(Penetrant Testing)</a:t>
            </a:r>
          </a:p>
          <a:p>
            <a:pPr>
              <a:buFont typeface="+mj-lt"/>
              <a:buAutoNum type="arabicPeriod"/>
            </a:pPr>
            <a:r>
              <a:rPr lang="en-US" altLang="zh-TW" sz="2000" b="1" dirty="0">
                <a:effectLst>
                  <a:glow rad="63500">
                    <a:schemeClr val="accent5">
                      <a:satMod val="175000"/>
                      <a:alpha val="40000"/>
                    </a:schemeClr>
                  </a:glow>
                  <a:outerShdw blurRad="50800" dist="38100" dir="10800000" algn="r" rotWithShape="0">
                    <a:prstClr val="black">
                      <a:alpha val="40000"/>
                    </a:prstClr>
                  </a:outerShdw>
                </a:effectLst>
                <a:latin typeface="+mn-lt"/>
              </a:rPr>
              <a:t>Image measuring instrument</a:t>
            </a:r>
          </a:p>
          <a:p>
            <a:pPr>
              <a:buFont typeface="+mj-lt"/>
              <a:buAutoNum type="arabicPeriod"/>
            </a:pPr>
            <a:r>
              <a:rPr lang="en-US" altLang="zh-TW" sz="2000" b="1" dirty="0">
                <a:effectLst>
                  <a:reflection blurRad="6350" stA="55000" endA="300" endPos="45500" dir="5400000" sy="-100000" algn="bl" rotWithShape="0"/>
                </a:effectLst>
                <a:latin typeface="+mn-lt"/>
              </a:rPr>
              <a:t>Precision measuring tools</a:t>
            </a:r>
          </a:p>
        </p:txBody>
      </p:sp>
      <p:sp>
        <p:nvSpPr>
          <p:cNvPr id="35" name="文字方塊 34">
            <a:extLst>
              <a:ext uri="{FF2B5EF4-FFF2-40B4-BE49-F238E27FC236}">
                <a16:creationId xmlns:a16="http://schemas.microsoft.com/office/drawing/2014/main" id="{074EEFF0-BEE0-C475-BB74-FCFF656901E0}"/>
              </a:ext>
            </a:extLst>
          </p:cNvPr>
          <p:cNvSpPr txBox="1"/>
          <p:nvPr/>
        </p:nvSpPr>
        <p:spPr>
          <a:xfrm>
            <a:off x="1423420" y="8334859"/>
            <a:ext cx="1896630" cy="830997"/>
          </a:xfrm>
          <a:prstGeom prst="rect">
            <a:avLst/>
          </a:prstGeom>
          <a:noFill/>
        </p:spPr>
        <p:txBody>
          <a:bodyPr wrap="square">
            <a:spAutoFit/>
          </a:bodyPr>
          <a:lstStyle/>
          <a:p>
            <a:pPr algn="ctr"/>
            <a:r>
              <a:rPr lang="en-US" altLang="zh-TW" sz="2400" b="1" dirty="0">
                <a:latin typeface="+mj-lt"/>
              </a:rPr>
              <a:t>Inspection Equipment</a:t>
            </a:r>
            <a:endParaRPr lang="zh-TW" altLang="en-US" sz="2400" dirty="0">
              <a:latin typeface="+mj-lt"/>
            </a:endParaRPr>
          </a:p>
        </p:txBody>
      </p:sp>
      <p:cxnSp>
        <p:nvCxnSpPr>
          <p:cNvPr id="37" name="直線接點 36">
            <a:extLst>
              <a:ext uri="{FF2B5EF4-FFF2-40B4-BE49-F238E27FC236}">
                <a16:creationId xmlns:a16="http://schemas.microsoft.com/office/drawing/2014/main" id="{28DFDBE2-6A91-BDA0-E003-769924A2017F}"/>
              </a:ext>
            </a:extLst>
          </p:cNvPr>
          <p:cNvCxnSpPr>
            <a:cxnSpLocks/>
          </p:cNvCxnSpPr>
          <p:nvPr/>
        </p:nvCxnSpPr>
        <p:spPr>
          <a:xfrm>
            <a:off x="300602" y="1966821"/>
            <a:ext cx="0" cy="5941315"/>
          </a:xfrm>
          <a:prstGeom prst="line">
            <a:avLst/>
          </a:prstGeom>
          <a:ln w="38100"/>
          <a:effectLst>
            <a:glow rad="63500">
              <a:schemeClr val="accent2">
                <a:satMod val="175000"/>
                <a:alpha val="40000"/>
              </a:schemeClr>
            </a:glow>
          </a:effectLst>
        </p:spPr>
        <p:style>
          <a:lnRef idx="1">
            <a:schemeClr val="dk1"/>
          </a:lnRef>
          <a:fillRef idx="0">
            <a:schemeClr val="dk1"/>
          </a:fillRef>
          <a:effectRef idx="0">
            <a:schemeClr val="dk1"/>
          </a:effectRef>
          <a:fontRef idx="minor">
            <a:schemeClr val="tx1"/>
          </a:fontRef>
        </p:style>
      </p:cxnSp>
      <p:cxnSp>
        <p:nvCxnSpPr>
          <p:cNvPr id="38" name="直線接點 37">
            <a:extLst>
              <a:ext uri="{FF2B5EF4-FFF2-40B4-BE49-F238E27FC236}">
                <a16:creationId xmlns:a16="http://schemas.microsoft.com/office/drawing/2014/main" id="{870A1744-F1EE-653D-8A5E-C1807EE309F2}"/>
              </a:ext>
            </a:extLst>
          </p:cNvPr>
          <p:cNvCxnSpPr>
            <a:cxnSpLocks/>
          </p:cNvCxnSpPr>
          <p:nvPr/>
        </p:nvCxnSpPr>
        <p:spPr>
          <a:xfrm>
            <a:off x="441849" y="1966821"/>
            <a:ext cx="0" cy="5941315"/>
          </a:xfrm>
          <a:prstGeom prst="line">
            <a:avLst/>
          </a:prstGeom>
          <a:ln w="38100"/>
          <a:effectLst>
            <a:glow rad="63500">
              <a:schemeClr val="accent2">
                <a:satMod val="175000"/>
                <a:alpha val="40000"/>
              </a:schemeClr>
            </a:glow>
          </a:effectLst>
        </p:spPr>
        <p:style>
          <a:lnRef idx="1">
            <a:schemeClr val="dk1"/>
          </a:lnRef>
          <a:fillRef idx="0">
            <a:schemeClr val="dk1"/>
          </a:fillRef>
          <a:effectRef idx="0">
            <a:schemeClr val="dk1"/>
          </a:effectRef>
          <a:fontRef idx="minor">
            <a:schemeClr val="tx1"/>
          </a:fontRef>
        </p:style>
      </p:cxnSp>
      <p:cxnSp>
        <p:nvCxnSpPr>
          <p:cNvPr id="48" name="直線接點 47">
            <a:extLst>
              <a:ext uri="{FF2B5EF4-FFF2-40B4-BE49-F238E27FC236}">
                <a16:creationId xmlns:a16="http://schemas.microsoft.com/office/drawing/2014/main" id="{73DD42AA-D1E5-2EB1-667D-43CE18CA7A61}"/>
              </a:ext>
            </a:extLst>
          </p:cNvPr>
          <p:cNvCxnSpPr>
            <a:cxnSpLocks/>
          </p:cNvCxnSpPr>
          <p:nvPr/>
        </p:nvCxnSpPr>
        <p:spPr>
          <a:xfrm>
            <a:off x="3744953" y="1966821"/>
            <a:ext cx="0" cy="5941315"/>
          </a:xfrm>
          <a:prstGeom prst="line">
            <a:avLst/>
          </a:prstGeom>
          <a:ln w="38100"/>
          <a:effectLst>
            <a:glow rad="635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72170F4E-26C5-8B2C-5745-9A47C8573C4C}"/>
              </a:ext>
            </a:extLst>
          </p:cNvPr>
          <p:cNvCxnSpPr>
            <a:cxnSpLocks/>
          </p:cNvCxnSpPr>
          <p:nvPr/>
        </p:nvCxnSpPr>
        <p:spPr>
          <a:xfrm>
            <a:off x="3886200" y="1966821"/>
            <a:ext cx="0" cy="5941315"/>
          </a:xfrm>
          <a:prstGeom prst="line">
            <a:avLst/>
          </a:prstGeom>
          <a:ln w="38100"/>
          <a:effectLst>
            <a:glow rad="635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50" name="星形: 四角 49">
            <a:extLst>
              <a:ext uri="{FF2B5EF4-FFF2-40B4-BE49-F238E27FC236}">
                <a16:creationId xmlns:a16="http://schemas.microsoft.com/office/drawing/2014/main" id="{3390C7C2-4B3F-2B18-001B-F8E98E396E1A}"/>
              </a:ext>
            </a:extLst>
          </p:cNvPr>
          <p:cNvSpPr/>
          <p:nvPr/>
        </p:nvSpPr>
        <p:spPr>
          <a:xfrm rot="1449658">
            <a:off x="720099" y="8384500"/>
            <a:ext cx="722575" cy="730018"/>
          </a:xfrm>
          <a:prstGeom prst="star4">
            <a:avLst/>
          </a:prstGeom>
          <a:solidFill>
            <a:srgbClr val="C00000">
              <a:alpha val="55000"/>
            </a:srgbClr>
          </a:solidFill>
          <a:ln w="38100">
            <a:solidFill>
              <a:schemeClr val="accent1">
                <a:shade val="15000"/>
                <a:alpha val="50000"/>
              </a:schemeClr>
            </a:solidFill>
          </a:ln>
          <a:effectLst>
            <a:glow rad="127000">
              <a:schemeClr val="accent6">
                <a:satMod val="175000"/>
                <a:alpha val="25000"/>
              </a:schemeClr>
            </a:glow>
          </a:effectLst>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object 11">
            <a:extLst>
              <a:ext uri="{FF2B5EF4-FFF2-40B4-BE49-F238E27FC236}">
                <a16:creationId xmlns:a16="http://schemas.microsoft.com/office/drawing/2014/main" id="{AD596FA8-BE39-7DE3-F135-446DFFA8E679}"/>
              </a:ext>
            </a:extLst>
          </p:cNvPr>
          <p:cNvSpPr txBox="1"/>
          <p:nvPr/>
        </p:nvSpPr>
        <p:spPr>
          <a:xfrm>
            <a:off x="7122695" y="9756168"/>
            <a:ext cx="480064" cy="152606"/>
          </a:xfrm>
          <a:prstGeom prst="rect">
            <a:avLst/>
          </a:prstGeom>
        </p:spPr>
        <p:txBody>
          <a:bodyPr vert="horz" wrap="square" lIns="0" tIns="13970" rIns="0" bIns="0" rtlCol="0">
            <a:spAutoFit/>
          </a:bodyPr>
          <a:lstStyle/>
          <a:p>
            <a:pPr marL="12700">
              <a:lnSpc>
                <a:spcPct val="100000"/>
              </a:lnSpc>
              <a:spcBef>
                <a:spcPts val="110"/>
              </a:spcBef>
            </a:pPr>
            <a:r>
              <a:rPr sz="900">
                <a:latin typeface="Arial"/>
                <a:cs typeface="Arial"/>
              </a:rPr>
              <a:t>Page</a:t>
            </a:r>
            <a:r>
              <a:rPr sz="900" spc="-10">
                <a:latin typeface="Arial"/>
                <a:cs typeface="Arial"/>
              </a:rPr>
              <a:t> </a:t>
            </a:r>
            <a:r>
              <a:rPr lang="en-US" sz="900" spc="-10">
                <a:latin typeface="Arial"/>
                <a:cs typeface="Arial"/>
              </a:rPr>
              <a:t>12</a:t>
            </a:r>
            <a:endParaRPr sz="900" dirty="0">
              <a:latin typeface="Arial"/>
              <a:cs typeface="Arial"/>
            </a:endParaRPr>
          </a:p>
        </p:txBody>
      </p:sp>
      <p:pic>
        <p:nvPicPr>
          <p:cNvPr id="6" name="圖形 5" descr="放射物質警告 以實心填滿">
            <a:extLst>
              <a:ext uri="{FF2B5EF4-FFF2-40B4-BE49-F238E27FC236}">
                <a16:creationId xmlns:a16="http://schemas.microsoft.com/office/drawing/2014/main" id="{634859BE-75C4-99C6-B076-6FF8A45E66A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9634" y="9271113"/>
            <a:ext cx="343379" cy="343379"/>
          </a:xfrm>
          <a:prstGeom prst="rect">
            <a:avLst/>
          </a:prstGeom>
          <a:effectLst>
            <a:glow rad="101600">
              <a:schemeClr val="accent2">
                <a:satMod val="175000"/>
                <a:alpha val="40000"/>
              </a:schemeClr>
            </a:glow>
          </a:effectLst>
        </p:spPr>
      </p:pic>
      <p:pic>
        <p:nvPicPr>
          <p:cNvPr id="7" name="圖形 6" descr="磁鐵 以實心填滿">
            <a:extLst>
              <a:ext uri="{FF2B5EF4-FFF2-40B4-BE49-F238E27FC236}">
                <a16:creationId xmlns:a16="http://schemas.microsoft.com/office/drawing/2014/main" id="{F3066F4C-B714-3E77-3A23-E7F46488FC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5041" y="9296679"/>
            <a:ext cx="343380" cy="343380"/>
          </a:xfrm>
          <a:prstGeom prst="rect">
            <a:avLst/>
          </a:prstGeom>
          <a:effectLst>
            <a:glow rad="101600">
              <a:schemeClr val="accent1">
                <a:satMod val="175000"/>
                <a:alpha val="40000"/>
              </a:schemeClr>
            </a:glow>
          </a:effectLst>
        </p:spPr>
      </p:pic>
      <p:pic>
        <p:nvPicPr>
          <p:cNvPr id="8" name="圖形 7" descr="燒瓶 以實心填滿">
            <a:extLst>
              <a:ext uri="{FF2B5EF4-FFF2-40B4-BE49-F238E27FC236}">
                <a16:creationId xmlns:a16="http://schemas.microsoft.com/office/drawing/2014/main" id="{CDD9442E-CD09-2F7A-7D2D-C5A1C8E8E32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33472" y="9151425"/>
            <a:ext cx="494082" cy="494082"/>
          </a:xfrm>
          <a:prstGeom prst="rect">
            <a:avLst/>
          </a:prstGeom>
          <a:effectLst>
            <a:glow rad="63500">
              <a:schemeClr val="accent5">
                <a:satMod val="175000"/>
                <a:alpha val="40000"/>
              </a:schemeClr>
            </a:glow>
          </a:effectLst>
        </p:spPr>
      </p:pic>
      <p:pic>
        <p:nvPicPr>
          <p:cNvPr id="9" name="圖形 8" descr="顯微鏡 以實心填滿">
            <a:extLst>
              <a:ext uri="{FF2B5EF4-FFF2-40B4-BE49-F238E27FC236}">
                <a16:creationId xmlns:a16="http://schemas.microsoft.com/office/drawing/2014/main" id="{2D49B0F9-BA1C-0076-3FB8-BF393B934F0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23815" y="9145977"/>
            <a:ext cx="494082" cy="494082"/>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91916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bject 81">
            <a:extLst>
              <a:ext uri="{FF2B5EF4-FFF2-40B4-BE49-F238E27FC236}">
                <a16:creationId xmlns:a16="http://schemas.microsoft.com/office/drawing/2014/main" id="{0C097F14-2496-B127-941A-24503ADC9149}"/>
              </a:ext>
            </a:extLst>
          </p:cNvPr>
          <p:cNvPicPr/>
          <p:nvPr/>
        </p:nvPicPr>
        <p:blipFill>
          <a:blip r:embed="rId2" cstate="print"/>
          <a:stretch>
            <a:fillRect/>
          </a:stretch>
        </p:blipFill>
        <p:spPr>
          <a:xfrm>
            <a:off x="0" y="15874"/>
            <a:ext cx="7762710" cy="10058400"/>
          </a:xfrm>
          <a:prstGeom prst="rect">
            <a:avLst/>
          </a:prstGeom>
        </p:spPr>
      </p:pic>
      <p:sp>
        <p:nvSpPr>
          <p:cNvPr id="2" name="標題 1">
            <a:extLst>
              <a:ext uri="{FF2B5EF4-FFF2-40B4-BE49-F238E27FC236}">
                <a16:creationId xmlns:a16="http://schemas.microsoft.com/office/drawing/2014/main" id="{9135393F-4CE8-5700-E49B-084F7D025D2D}"/>
              </a:ext>
            </a:extLst>
          </p:cNvPr>
          <p:cNvSpPr>
            <a:spLocks noGrp="1"/>
          </p:cNvSpPr>
          <p:nvPr>
            <p:ph type="title"/>
          </p:nvPr>
        </p:nvSpPr>
        <p:spPr>
          <a:xfrm>
            <a:off x="534615" y="270517"/>
            <a:ext cx="3467542" cy="1120961"/>
          </a:xfrm>
        </p:spPr>
        <p:txBody>
          <a:bodyPr/>
          <a:lstStyle/>
          <a:p>
            <a:r>
              <a:rPr lang="en-US" altLang="zh-TW" sz="3600" b="1" dirty="0">
                <a:latin typeface="+mj-lt"/>
              </a:rPr>
              <a:t>Custom Process Introduction</a:t>
            </a:r>
            <a:br>
              <a:rPr lang="en-US" altLang="zh-TW" dirty="0"/>
            </a:br>
            <a:endParaRPr lang="zh-TW" altLang="en-US" dirty="0"/>
          </a:p>
        </p:txBody>
      </p:sp>
      <p:sp>
        <p:nvSpPr>
          <p:cNvPr id="3" name="文字版面配置區 2">
            <a:extLst>
              <a:ext uri="{FF2B5EF4-FFF2-40B4-BE49-F238E27FC236}">
                <a16:creationId xmlns:a16="http://schemas.microsoft.com/office/drawing/2014/main" id="{F0FA30BC-EE8C-7332-23E8-2C2EC17C2800}"/>
              </a:ext>
            </a:extLst>
          </p:cNvPr>
          <p:cNvSpPr>
            <a:spLocks noGrp="1"/>
          </p:cNvSpPr>
          <p:nvPr>
            <p:ph type="body" idx="1"/>
          </p:nvPr>
        </p:nvSpPr>
        <p:spPr>
          <a:xfrm>
            <a:off x="391668" y="1874520"/>
            <a:ext cx="6349365" cy="553998"/>
          </a:xfrm>
        </p:spPr>
        <p:txBody>
          <a:bodyPr/>
          <a:lstStyle/>
          <a:p>
            <a:endParaRPr lang="en-US" altLang="zh-TW" dirty="0"/>
          </a:p>
          <a:p>
            <a:endParaRPr lang="zh-TW" altLang="en-US" dirty="0"/>
          </a:p>
        </p:txBody>
      </p:sp>
      <p:graphicFrame>
        <p:nvGraphicFramePr>
          <p:cNvPr id="4" name="資料庫圖表 3">
            <a:extLst>
              <a:ext uri="{FF2B5EF4-FFF2-40B4-BE49-F238E27FC236}">
                <a16:creationId xmlns:a16="http://schemas.microsoft.com/office/drawing/2014/main" id="{3296045A-1474-8520-EA8D-3E775554EF1C}"/>
              </a:ext>
            </a:extLst>
          </p:cNvPr>
          <p:cNvGraphicFramePr/>
          <p:nvPr>
            <p:extLst>
              <p:ext uri="{D42A27DB-BD31-4B8C-83A1-F6EECF244321}">
                <p14:modId xmlns:p14="http://schemas.microsoft.com/office/powerpoint/2010/main" val="2120023801"/>
              </p:ext>
            </p:extLst>
          </p:nvPr>
        </p:nvGraphicFramePr>
        <p:xfrm>
          <a:off x="534615" y="1609475"/>
          <a:ext cx="6206418" cy="77333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object 3">
            <a:extLst>
              <a:ext uri="{FF2B5EF4-FFF2-40B4-BE49-F238E27FC236}">
                <a16:creationId xmlns:a16="http://schemas.microsoft.com/office/drawing/2014/main" id="{9C131C23-C6C3-F812-6542-D437430F94B0}"/>
              </a:ext>
            </a:extLst>
          </p:cNvPr>
          <p:cNvSpPr/>
          <p:nvPr/>
        </p:nvSpPr>
        <p:spPr>
          <a:xfrm>
            <a:off x="6848858" y="-9"/>
            <a:ext cx="923925" cy="6401435"/>
          </a:xfrm>
          <a:custGeom>
            <a:avLst/>
            <a:gdLst/>
            <a:ahLst/>
            <a:cxnLst/>
            <a:rect l="l" t="t" r="r" b="b"/>
            <a:pathLst>
              <a:path w="923925" h="6401435">
                <a:moveTo>
                  <a:pt x="923546" y="6400814"/>
                </a:moveTo>
                <a:lnTo>
                  <a:pt x="0" y="6400814"/>
                </a:lnTo>
                <a:lnTo>
                  <a:pt x="0" y="0"/>
                </a:lnTo>
                <a:lnTo>
                  <a:pt x="923546" y="0"/>
                </a:lnTo>
                <a:lnTo>
                  <a:pt x="923546" y="6400814"/>
                </a:lnTo>
                <a:close/>
              </a:path>
            </a:pathLst>
          </a:custGeom>
          <a:solidFill>
            <a:srgbClr val="FF5656"/>
          </a:solidFill>
        </p:spPr>
        <p:txBody>
          <a:bodyPr wrap="square" lIns="0" tIns="0" rIns="0" bIns="0" rtlCol="0"/>
          <a:lstStyle/>
          <a:p>
            <a:endParaRPr/>
          </a:p>
        </p:txBody>
      </p:sp>
      <p:sp>
        <p:nvSpPr>
          <p:cNvPr id="11" name="object 4">
            <a:extLst>
              <a:ext uri="{FF2B5EF4-FFF2-40B4-BE49-F238E27FC236}">
                <a16:creationId xmlns:a16="http://schemas.microsoft.com/office/drawing/2014/main" id="{94E19677-A3A7-003C-7700-D394949F7BB3}"/>
              </a:ext>
            </a:extLst>
          </p:cNvPr>
          <p:cNvSpPr txBox="1"/>
          <p:nvPr/>
        </p:nvSpPr>
        <p:spPr>
          <a:xfrm>
            <a:off x="7110663" y="9756168"/>
            <a:ext cx="492096" cy="152606"/>
          </a:xfrm>
          <a:prstGeom prst="rect">
            <a:avLst/>
          </a:prstGeom>
        </p:spPr>
        <p:txBody>
          <a:bodyPr vert="horz" wrap="square" lIns="0" tIns="13970" rIns="0" bIns="0" rtlCol="0">
            <a:spAutoFit/>
          </a:bodyPr>
          <a:lstStyle/>
          <a:p>
            <a:pPr marL="12700">
              <a:lnSpc>
                <a:spcPct val="100000"/>
              </a:lnSpc>
              <a:spcBef>
                <a:spcPts val="110"/>
              </a:spcBef>
            </a:pPr>
            <a:r>
              <a:rPr sz="900" dirty="0">
                <a:latin typeface="Arial"/>
                <a:cs typeface="Arial"/>
              </a:rPr>
              <a:t>Page</a:t>
            </a:r>
            <a:r>
              <a:rPr sz="900" spc="-10" dirty="0">
                <a:latin typeface="Arial"/>
                <a:cs typeface="Arial"/>
              </a:rPr>
              <a:t> </a:t>
            </a:r>
            <a:r>
              <a:rPr lang="en-US" sz="900" spc="-10" dirty="0">
                <a:latin typeface="Arial"/>
                <a:cs typeface="Arial"/>
              </a:rPr>
              <a:t>13</a:t>
            </a:r>
            <a:endParaRPr sz="900" dirty="0">
              <a:latin typeface="Arial"/>
              <a:cs typeface="Arial"/>
            </a:endParaRPr>
          </a:p>
        </p:txBody>
      </p:sp>
    </p:spTree>
    <p:extLst>
      <p:ext uri="{BB962C8B-B14F-4D97-AF65-F5344CB8AC3E}">
        <p14:creationId xmlns:p14="http://schemas.microsoft.com/office/powerpoint/2010/main" val="1980072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4242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557</TotalTime>
  <Words>268</Words>
  <Application>Microsoft Office PowerPoint</Application>
  <PresentationFormat>自訂</PresentationFormat>
  <Paragraphs>43</Paragraphs>
  <Slides>2</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vt:i4>
      </vt:variant>
    </vt:vector>
  </HeadingPairs>
  <TitlesOfParts>
    <vt:vector size="7" baseType="lpstr">
      <vt:lpstr>SimSun</vt:lpstr>
      <vt:lpstr>Aptos</vt:lpstr>
      <vt:lpstr>Arial</vt:lpstr>
      <vt:lpstr>Calibri</vt:lpstr>
      <vt:lpstr>Office Theme</vt:lpstr>
      <vt:lpstr>Equipment List</vt:lpstr>
      <vt:lpstr>Custom Process Introduction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 CHIN TECHNOLOGY INDUSTRY CO., LTD.</dc:title>
  <dc:creator>Visual Paradigm Online</dc:creator>
  <cp:lastModifiedBy>啟惟 黃</cp:lastModifiedBy>
  <cp:revision>1</cp:revision>
  <dcterms:created xsi:type="dcterms:W3CDTF">2024-07-01T07:56:55Z</dcterms:created>
  <dcterms:modified xsi:type="dcterms:W3CDTF">2024-08-08T02:23:45Z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2023-08-02T00:00:00Z</vt:filetime>
  </property>
  <property fmtid="{D5CDD505-2E9C-101B-9397-08002B2CF9AE}" pid="3" name="Creator">
    <vt:lpwstr>Visual Paradigm Online</vt:lpwstr>
  </property>
  <property fmtid="{D5CDD505-2E9C-101B-9397-08002B2CF9AE}" pid="4" name="LastSaved">
    <vt:filetime>2024-07-01T00:00:00Z</vt:filetime>
  </property>
  <property fmtid="{D5CDD505-2E9C-101B-9397-08002B2CF9AE}" pid="5" name="Producer">
    <vt:lpwstr>Visual Paradigm Online</vt:lpwstr>
  </property>
</Properties>
</file>